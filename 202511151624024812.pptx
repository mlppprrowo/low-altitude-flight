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36"/>
  </p:handout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handoutMaster" Target="handoutMasters/handout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ableStyles" Target="tableStyles.xml"/><Relationship Id="rId40" Type="http://schemas.openxmlformats.org/officeDocument/2006/relationships/tags" Target="tags/tag49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3.xml"/><Relationship Id="rId3" Type="http://schemas.openxmlformats.org/officeDocument/2006/relationships/image" Target="../media/image1.png"/><Relationship Id="rId4" Type="http://schemas.openxmlformats.org/officeDocument/2006/relationships/tags" Target="../tags/tag64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tags" Target="../tags/tag65.xml"/><Relationship Id="rId8" Type="http://schemas.openxmlformats.org/officeDocument/2006/relationships/image" Target="../media/image4.png"/><Relationship Id="rId9" Type="http://schemas.openxmlformats.org/officeDocument/2006/relationships/image" Target="../media/image5.svg"/><Relationship Id="rId10" Type="http://schemas.openxmlformats.org/officeDocument/2006/relationships/tags" Target="../tags/tag66.xml"/><Relationship Id="rId11" Type="http://schemas.openxmlformats.org/officeDocument/2006/relationships/image" Target="../media/image6.png"/><Relationship Id="rId12" Type="http://schemas.openxmlformats.org/officeDocument/2006/relationships/image" Target="../media/image7.svg"/><Relationship Id="rId13" Type="http://schemas.openxmlformats.org/officeDocument/2006/relationships/tags" Target="../tags/tag67.xml"/><Relationship Id="rId14" Type="http://schemas.openxmlformats.org/officeDocument/2006/relationships/tags" Target="../tags/tag68.xml"/><Relationship Id="rId15" Type="http://schemas.openxmlformats.org/officeDocument/2006/relationships/tags" Target="../tags/tag69.xml"/><Relationship Id="rId16" Type="http://schemas.openxmlformats.org/officeDocument/2006/relationships/tags" Target="../tags/tag70.xml"/><Relationship Id="rId17" Type="http://schemas.openxmlformats.org/officeDocument/2006/relationships/tags" Target="../tags/tag71.xml"/><Relationship Id="rId18" Type="http://schemas.openxmlformats.org/officeDocument/2006/relationships/tags" Target="../tags/tag7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tags" Target="../tags/tag77.xml"/><Relationship Id="rId7" Type="http://schemas.openxmlformats.org/officeDocument/2006/relationships/tags" Target="../tags/tag78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79.xml"/><Relationship Id="rId3" Type="http://schemas.openxmlformats.org/officeDocument/2006/relationships/image" Target="../media/image8.png"/><Relationship Id="rId4" Type="http://schemas.openxmlformats.org/officeDocument/2006/relationships/tags" Target="../tags/tag80.xml"/><Relationship Id="rId5" Type="http://schemas.openxmlformats.org/officeDocument/2006/relationships/tags" Target="../tags/tag81.xml"/><Relationship Id="rId6" Type="http://schemas.openxmlformats.org/officeDocument/2006/relationships/tags" Target="../tags/tag82.xml"/><Relationship Id="rId7" Type="http://schemas.openxmlformats.org/officeDocument/2006/relationships/tags" Target="../tags/tag83.xml"/><Relationship Id="rId8" Type="http://schemas.openxmlformats.org/officeDocument/2006/relationships/tags" Target="../tags/tag84.xml"/><Relationship Id="rId9" Type="http://schemas.openxmlformats.org/officeDocument/2006/relationships/tags" Target="../tags/tag8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86.xml"/><Relationship Id="rId3" Type="http://schemas.openxmlformats.org/officeDocument/2006/relationships/image" Target="../media/image9.png"/><Relationship Id="rId4" Type="http://schemas.openxmlformats.org/officeDocument/2006/relationships/tags" Target="../tags/tag87.xml"/><Relationship Id="rId5" Type="http://schemas.openxmlformats.org/officeDocument/2006/relationships/tags" Target="../tags/tag88.xml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tags" Target="../tags/tag89.xml"/><Relationship Id="rId9" Type="http://schemas.openxmlformats.org/officeDocument/2006/relationships/image" Target="../media/image4.png"/><Relationship Id="rId10" Type="http://schemas.openxmlformats.org/officeDocument/2006/relationships/image" Target="../media/image5.svg"/><Relationship Id="rId11" Type="http://schemas.openxmlformats.org/officeDocument/2006/relationships/tags" Target="../tags/tag90.xml"/><Relationship Id="rId12" Type="http://schemas.openxmlformats.org/officeDocument/2006/relationships/image" Target="../media/image6.png"/><Relationship Id="rId13" Type="http://schemas.openxmlformats.org/officeDocument/2006/relationships/image" Target="../media/image7.svg"/><Relationship Id="rId14" Type="http://schemas.openxmlformats.org/officeDocument/2006/relationships/tags" Target="../tags/tag91.xml"/><Relationship Id="rId15" Type="http://schemas.openxmlformats.org/officeDocument/2006/relationships/tags" Target="../tags/tag92.xml"/><Relationship Id="rId16" Type="http://schemas.openxmlformats.org/officeDocument/2006/relationships/tags" Target="../tags/tag93.xml"/><Relationship Id="rId17" Type="http://schemas.openxmlformats.org/officeDocument/2006/relationships/tags" Target="../tags/tag94.xml"/><Relationship Id="rId18" Type="http://schemas.openxmlformats.org/officeDocument/2006/relationships/tags" Target="../tags/tag9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96.xml"/><Relationship Id="rId3" Type="http://schemas.openxmlformats.org/officeDocument/2006/relationships/tags" Target="../tags/tag97.xml"/><Relationship Id="rId4" Type="http://schemas.openxmlformats.org/officeDocument/2006/relationships/tags" Target="../tags/tag98.xml"/><Relationship Id="rId5" Type="http://schemas.openxmlformats.org/officeDocument/2006/relationships/tags" Target="../tags/tag99.xml"/><Relationship Id="rId6" Type="http://schemas.openxmlformats.org/officeDocument/2006/relationships/tags" Target="../tags/tag100.xml"/><Relationship Id="rId7" Type="http://schemas.openxmlformats.org/officeDocument/2006/relationships/tags" Target="../tags/tag101.xml"/><Relationship Id="rId8" Type="http://schemas.openxmlformats.org/officeDocument/2006/relationships/tags" Target="../tags/tag10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03.xml"/><Relationship Id="rId3" Type="http://schemas.openxmlformats.org/officeDocument/2006/relationships/tags" Target="../tags/tag104.xml"/><Relationship Id="rId4" Type="http://schemas.openxmlformats.org/officeDocument/2006/relationships/tags" Target="../tags/tag105.xml"/><Relationship Id="rId5" Type="http://schemas.openxmlformats.org/officeDocument/2006/relationships/tags" Target="../tags/tag106.xml"/><Relationship Id="rId6" Type="http://schemas.openxmlformats.org/officeDocument/2006/relationships/tags" Target="../tags/tag107.xml"/><Relationship Id="rId7" Type="http://schemas.openxmlformats.org/officeDocument/2006/relationships/tags" Target="../tags/tag108.xml"/><Relationship Id="rId8" Type="http://schemas.openxmlformats.org/officeDocument/2006/relationships/tags" Target="../tags/tag109.xml"/><Relationship Id="rId9" Type="http://schemas.openxmlformats.org/officeDocument/2006/relationships/tags" Target="../tags/tag110.xml"/><Relationship Id="rId10" Type="http://schemas.openxmlformats.org/officeDocument/2006/relationships/tags" Target="../tags/tag11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2.xml"/><Relationship Id="rId3" Type="http://schemas.openxmlformats.org/officeDocument/2006/relationships/tags" Target="../tags/tag113.xml"/><Relationship Id="rId4" Type="http://schemas.openxmlformats.org/officeDocument/2006/relationships/tags" Target="../tags/tag114.xml"/><Relationship Id="rId5" Type="http://schemas.openxmlformats.org/officeDocument/2006/relationships/tags" Target="../tags/tag115.xml"/><Relationship Id="rId6" Type="http://schemas.openxmlformats.org/officeDocument/2006/relationships/tags" Target="../tags/tag11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7.xml"/><Relationship Id="rId3" Type="http://schemas.openxmlformats.org/officeDocument/2006/relationships/tags" Target="../tags/tag118.xml"/><Relationship Id="rId4" Type="http://schemas.openxmlformats.org/officeDocument/2006/relationships/tags" Target="../tags/tag119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20.xml"/><Relationship Id="rId3" Type="http://schemas.openxmlformats.org/officeDocument/2006/relationships/tags" Target="../tags/tag121.xml"/><Relationship Id="rId4" Type="http://schemas.openxmlformats.org/officeDocument/2006/relationships/tags" Target="../tags/tag122.xml"/><Relationship Id="rId5" Type="http://schemas.openxmlformats.org/officeDocument/2006/relationships/tags" Target="../tags/tag12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24.xml"/><Relationship Id="rId3" Type="http://schemas.openxmlformats.org/officeDocument/2006/relationships/tags" Target="../tags/tag125.xml"/><Relationship Id="rId4" Type="http://schemas.openxmlformats.org/officeDocument/2006/relationships/tags" Target="../tags/tag126.xml"/><Relationship Id="rId5" Type="http://schemas.openxmlformats.org/officeDocument/2006/relationships/tags" Target="../tags/tag127.xml"/><Relationship Id="rId6" Type="http://schemas.openxmlformats.org/officeDocument/2006/relationships/tags" Target="../tags/tag128.xml"/><Relationship Id="rId7" Type="http://schemas.openxmlformats.org/officeDocument/2006/relationships/tags" Target="../tags/tag129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30.xml"/><Relationship Id="rId3" Type="http://schemas.openxmlformats.org/officeDocument/2006/relationships/image" Target="../media/image1.png"/><Relationship Id="rId4" Type="http://schemas.openxmlformats.org/officeDocument/2006/relationships/tags" Target="../tags/tag131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tags" Target="../tags/tag132.xml"/><Relationship Id="rId8" Type="http://schemas.openxmlformats.org/officeDocument/2006/relationships/image" Target="../media/image4.png"/><Relationship Id="rId9" Type="http://schemas.openxmlformats.org/officeDocument/2006/relationships/image" Target="../media/image5.svg"/><Relationship Id="rId10" Type="http://schemas.openxmlformats.org/officeDocument/2006/relationships/tags" Target="../tags/tag133.xml"/><Relationship Id="rId11" Type="http://schemas.openxmlformats.org/officeDocument/2006/relationships/image" Target="../media/image6.png"/><Relationship Id="rId12" Type="http://schemas.openxmlformats.org/officeDocument/2006/relationships/image" Target="../media/image7.svg"/><Relationship Id="rId13" Type="http://schemas.openxmlformats.org/officeDocument/2006/relationships/tags" Target="../tags/tag134.xml"/><Relationship Id="rId14" Type="http://schemas.openxmlformats.org/officeDocument/2006/relationships/tags" Target="../tags/tag135.xml"/><Relationship Id="rId15" Type="http://schemas.openxmlformats.org/officeDocument/2006/relationships/tags" Target="../tags/tag136.xml"/><Relationship Id="rId16" Type="http://schemas.openxmlformats.org/officeDocument/2006/relationships/tags" Target="../tags/tag137.xml"/><Relationship Id="rId17" Type="http://schemas.openxmlformats.org/officeDocument/2006/relationships/tags" Target="../tags/tag138.xml"/><Relationship Id="rId18" Type="http://schemas.openxmlformats.org/officeDocument/2006/relationships/tags" Target="../tags/tag13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演示文稿2_0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125" y="549422"/>
            <a:ext cx="228600" cy="228600"/>
          </a:xfrm>
          <a:prstGeom prst="rect">
            <a:avLst/>
          </a:prstGeom>
        </p:spPr>
      </p:pic>
      <p:pic>
        <p:nvPicPr>
          <p:cNvPr id="16" name="图形 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11376660" y="549275"/>
            <a:ext cx="228600" cy="228600"/>
          </a:xfrm>
          <a:prstGeom prst="rect">
            <a:avLst/>
          </a:prstGeom>
        </p:spPr>
      </p:pic>
      <p:pic>
        <p:nvPicPr>
          <p:cNvPr id="17" name="图形 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 flipH="1">
            <a:off x="11148060" y="549275"/>
            <a:ext cx="228600" cy="22860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3"/>
            </p:custDataLst>
          </p:nvPr>
        </p:nvSpPr>
        <p:spPr>
          <a:xfrm>
            <a:off x="5361305" y="3970020"/>
            <a:ext cx="1468755" cy="41211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10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MiSans" panose="00000500000000000000" pitchFamily="2" charset="-122"/>
                <a:sym typeface="+mn-ea"/>
              </a:defRPr>
            </a:lvl1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4"/>
            </p:custDataLst>
          </p:nvPr>
        </p:nvSpPr>
        <p:spPr>
          <a:xfrm>
            <a:off x="2931795" y="3439795"/>
            <a:ext cx="6328410" cy="429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chemeClr val="lt1"/>
                </a:solidFill>
                <a:latin typeface="+mn-lt"/>
                <a:ea typeface="+mn-lt"/>
                <a:cs typeface="MiSans" panose="00000500000000000000" pitchFamily="2" charset="-122"/>
                <a:sym typeface="+mn-ea"/>
              </a:defRPr>
            </a:lvl1pPr>
          </a:lstStyle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2931795" y="1271270"/>
            <a:ext cx="6327775" cy="215900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5400" b="0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j-lt"/>
                <a:ea typeface="+mj-lt"/>
                <a:cs typeface="+mj-lt"/>
                <a:sym typeface="+mn-ea"/>
              </a:defRPr>
            </a:lvl1pPr>
          </a:lstStyle>
          <a:p>
            <a:pPr lvl="0" algn="ctr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  <a:ea typeface="+mj-lt"/>
                <a:cs typeface="MiSans" panose="00000500000000000000" pitchFamily="2" charset="-122"/>
              </a:defRPr>
            </a:lvl1pPr>
          </a:lstStyle>
          <a:p>
            <a:pPr lvl="0" algn="ctr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4"/>
            </p:custDataLst>
          </p:nvPr>
        </p:nvCxnSpPr>
        <p:spPr>
          <a:xfrm>
            <a:off x="3609515" y="1313815"/>
            <a:ext cx="4966970" cy="0"/>
          </a:xfrm>
          <a:prstGeom prst="line">
            <a:avLst/>
          </a:prstGeom>
          <a:ln w="25400" cap="rnd">
            <a:gradFill>
              <a:gsLst>
                <a:gs pos="100000">
                  <a:schemeClr val="tx1">
                    <a:alpha val="0"/>
                  </a:schemeClr>
                </a:gs>
                <a:gs pos="1000">
                  <a:schemeClr val="tx1">
                    <a:alpha val="0"/>
                  </a:schemeClr>
                </a:gs>
                <a:gs pos="36000">
                  <a:schemeClr val="accent1"/>
                </a:gs>
                <a:gs pos="64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演示文稿2_0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8" name="直接连接符 57"/>
          <p:cNvCxnSpPr/>
          <p:nvPr>
            <p:custDataLst>
              <p:tags r:id="rId4"/>
            </p:custDataLst>
          </p:nvPr>
        </p:nvCxnSpPr>
        <p:spPr>
          <a:xfrm>
            <a:off x="9746615" y="688340"/>
            <a:ext cx="0" cy="591185"/>
          </a:xfrm>
          <a:prstGeom prst="line">
            <a:avLst/>
          </a:prstGeom>
          <a:ln w="28575" cap="rnd"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tx1">
                    <a:alpha val="5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1196340" y="637223"/>
            <a:ext cx="8428355" cy="673735"/>
          </a:xfrm>
          <a:prstGeom prst="rect">
            <a:avLst/>
          </a:prstGeom>
          <a:noFill/>
        </p:spPr>
        <p:txBody>
          <a:bodyPr wrap="square" lIns="90170" tIns="46990" rIns="90170" bIns="46990" rtlCol="0" anchor="ctr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800" b="0" i="0" u="none" strike="noStrike" kern="1200" cap="none" spc="0" normalizeH="0" baseline="0" noProof="1">
                <a:solidFill>
                  <a:schemeClr val="tx1">
                    <a:alpha val="80000"/>
                  </a:schemeClr>
                </a:solidFill>
                <a:latin typeface="+mj-lt"/>
                <a:ea typeface="+mj-lt"/>
                <a:cs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9760585" y="300990"/>
            <a:ext cx="1863090" cy="134620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  <a:ea typeface="+mj-lt"/>
                <a:cs typeface="MiSans Heavy" panose="00000A00000000000000" pitchFamily="2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2_0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8" name="直接连接符 17"/>
          <p:cNvCxnSpPr/>
          <p:nvPr>
            <p:custDataLst>
              <p:tags r:id="rId4"/>
            </p:custDataLst>
          </p:nvPr>
        </p:nvCxnSpPr>
        <p:spPr>
          <a:xfrm>
            <a:off x="1233170" y="3063875"/>
            <a:ext cx="3817620" cy="0"/>
          </a:xfrm>
          <a:prstGeom prst="line">
            <a:avLst/>
          </a:prstGeom>
          <a:ln w="25400" cap="rnd">
            <a:gradFill>
              <a:gsLst>
                <a:gs pos="0">
                  <a:schemeClr val="accent1"/>
                </a:gs>
                <a:gs pos="99000">
                  <a:schemeClr val="tx1">
                    <a:alpha val="0"/>
                  </a:schemeClr>
                </a:gs>
                <a:gs pos="48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形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125" y="549422"/>
            <a:ext cx="228600" cy="228600"/>
          </a:xfrm>
          <a:prstGeom prst="rect">
            <a:avLst/>
          </a:prstGeom>
        </p:spPr>
      </p:pic>
      <p:pic>
        <p:nvPicPr>
          <p:cNvPr id="21" name="图形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11376660" y="549275"/>
            <a:ext cx="228600" cy="228600"/>
          </a:xfrm>
          <a:prstGeom prst="rect">
            <a:avLst/>
          </a:prstGeom>
        </p:spPr>
      </p:pic>
      <p:pic>
        <p:nvPicPr>
          <p:cNvPr id="23" name="图形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 flipH="1">
            <a:off x="11148060" y="549275"/>
            <a:ext cx="228600" cy="228600"/>
          </a:xfrm>
          <a:prstGeom prst="rect">
            <a:avLst/>
          </a:prstGeom>
        </p:spPr>
      </p:pic>
      <p:sp>
        <p:nvSpPr>
          <p:cNvPr id="8" name="节编号"/>
          <p:cNvSpPr>
            <a:spLocks noGrp="1"/>
          </p:cNvSpPr>
          <p:nvPr>
            <p:ph type="body" idx="2" hasCustomPrompt="1"/>
            <p:custDataLst>
              <p:tags r:id="rId14"/>
            </p:custDataLst>
          </p:nvPr>
        </p:nvSpPr>
        <p:spPr>
          <a:xfrm>
            <a:off x="1233170" y="1634490"/>
            <a:ext cx="4999990" cy="1445260"/>
          </a:xfrm>
          <a:prstGeom prst="rect">
            <a:avLst/>
          </a:prstGeom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en-GB" sz="8800" b="0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  <a:ea typeface="+mj-lt"/>
                <a:cs typeface="MiSans" panose="00000500000000000000" pitchFamily="2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1233170" y="3234690"/>
            <a:ext cx="5520055" cy="2420620"/>
          </a:xfrm>
          <a:prstGeom prst="rect">
            <a:avLst/>
          </a:prstGeom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zh-CN" altLang="en-US" sz="5400" b="0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Sans" panose="00000500000000000000" pitchFamily="2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  <a:ea typeface="+mj-lt"/>
                <a:cs typeface="+mj-lt"/>
              </a:defRPr>
            </a:lvl1pPr>
          </a:lstStyle>
          <a:p>
            <a:pPr lvl="0" algn="ctr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cxnSp>
        <p:nvCxnSpPr>
          <p:cNvPr id="8" name="直接连接符 7"/>
          <p:cNvCxnSpPr/>
          <p:nvPr>
            <p:custDataLst>
              <p:tags r:id="rId5"/>
            </p:custDataLst>
          </p:nvPr>
        </p:nvCxnSpPr>
        <p:spPr>
          <a:xfrm>
            <a:off x="3609515" y="1313815"/>
            <a:ext cx="4966970" cy="0"/>
          </a:xfrm>
          <a:prstGeom prst="line">
            <a:avLst/>
          </a:prstGeom>
          <a:ln w="25400" cap="rnd">
            <a:gradFill>
              <a:gsLst>
                <a:gs pos="100000">
                  <a:schemeClr val="tx1">
                    <a:alpha val="0"/>
                  </a:schemeClr>
                </a:gs>
                <a:gs pos="1000">
                  <a:schemeClr val="tx1">
                    <a:alpha val="0"/>
                  </a:schemeClr>
                </a:gs>
                <a:gs pos="36000">
                  <a:schemeClr val="accent1"/>
                </a:gs>
                <a:gs pos="64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lt"/>
                <a:cs typeface="MiSans" panose="00000500000000000000" pitchFamily="2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lt"/>
                <a:cs typeface="MiSans" panose="00000500000000000000" pitchFamily="2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  <a:ea typeface="+mj-lt"/>
                <a:cs typeface="+mj-lt"/>
              </a:defRPr>
            </a:lvl1pPr>
          </a:lstStyle>
          <a:p>
            <a:pPr lvl="0" algn="ctr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7"/>
            </p:custDataLst>
          </p:nvPr>
        </p:nvCxnSpPr>
        <p:spPr>
          <a:xfrm>
            <a:off x="3609515" y="1313815"/>
            <a:ext cx="4966970" cy="0"/>
          </a:xfrm>
          <a:prstGeom prst="line">
            <a:avLst/>
          </a:prstGeom>
          <a:ln w="25400" cap="rnd">
            <a:gradFill>
              <a:gsLst>
                <a:gs pos="100000">
                  <a:schemeClr val="tx1">
                    <a:alpha val="0"/>
                  </a:schemeClr>
                </a:gs>
                <a:gs pos="1000">
                  <a:schemeClr val="tx1">
                    <a:alpha val="0"/>
                  </a:schemeClr>
                </a:gs>
                <a:gs pos="36000">
                  <a:schemeClr val="accent1"/>
                </a:gs>
                <a:gs pos="64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  <a:ea typeface="+mj-lt"/>
                <a:cs typeface="+mj-lt"/>
              </a:defRPr>
            </a:lvl1pPr>
          </a:lstStyle>
          <a:p>
            <a:pPr lvl="0" algn="ctr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cxnSp>
        <p:nvCxnSpPr>
          <p:cNvPr id="6" name="直接连接符 5"/>
          <p:cNvCxnSpPr/>
          <p:nvPr>
            <p:custDataLst>
              <p:tags r:id="rId3"/>
            </p:custDataLst>
          </p:nvPr>
        </p:nvCxnSpPr>
        <p:spPr>
          <a:xfrm>
            <a:off x="3609515" y="1313815"/>
            <a:ext cx="4966970" cy="0"/>
          </a:xfrm>
          <a:prstGeom prst="line">
            <a:avLst/>
          </a:prstGeom>
          <a:ln w="25400" cap="rnd">
            <a:gradFill>
              <a:gsLst>
                <a:gs pos="100000">
                  <a:schemeClr val="tx1">
                    <a:alpha val="0"/>
                  </a:schemeClr>
                </a:gs>
                <a:gs pos="1000">
                  <a:schemeClr val="tx1">
                    <a:alpha val="0"/>
                  </a:schemeClr>
                </a:gs>
                <a:gs pos="36000">
                  <a:schemeClr val="accent1"/>
                </a:gs>
                <a:gs pos="64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608330"/>
            <a:ext cx="10968990" cy="56483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" panose="00000500000000000000" pitchFamily="2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608400" y="1324800"/>
            <a:ext cx="109692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" panose="00000500000000000000" pitchFamily="2" charset="-122"/>
              </a:defRPr>
            </a:lvl1pPr>
          </a:lstStyle>
          <a:p>
            <a:pPr lvl="0" algn="ctr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  <a:ea typeface="+mj-lt"/>
                <a:cs typeface="+mj-lt"/>
              </a:defRPr>
            </a:lvl1pPr>
          </a:lstStyle>
          <a:p>
            <a:pPr lvl="0" algn="ctr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3609515" y="1313815"/>
            <a:ext cx="4966970" cy="0"/>
          </a:xfrm>
          <a:prstGeom prst="line">
            <a:avLst/>
          </a:prstGeom>
          <a:ln w="25400" cap="rnd">
            <a:gradFill>
              <a:gsLst>
                <a:gs pos="100000">
                  <a:schemeClr val="tx1">
                    <a:alpha val="0"/>
                  </a:schemeClr>
                </a:gs>
                <a:gs pos="1000">
                  <a:schemeClr val="tx1">
                    <a:alpha val="0"/>
                  </a:schemeClr>
                </a:gs>
                <a:gs pos="36000">
                  <a:schemeClr val="accent1"/>
                </a:gs>
                <a:gs pos="64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演示文稿2_0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125" y="549422"/>
            <a:ext cx="228600" cy="228600"/>
          </a:xfrm>
          <a:prstGeom prst="rect">
            <a:avLst/>
          </a:prstGeom>
        </p:spPr>
      </p:pic>
      <p:pic>
        <p:nvPicPr>
          <p:cNvPr id="9" name="图形 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11376660" y="549275"/>
            <a:ext cx="228600" cy="228600"/>
          </a:xfrm>
          <a:prstGeom prst="rect">
            <a:avLst/>
          </a:prstGeom>
        </p:spPr>
      </p:pic>
      <p:pic>
        <p:nvPicPr>
          <p:cNvPr id="12" name="图形 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 flipH="1">
            <a:off x="11148060" y="549275"/>
            <a:ext cx="228600" cy="228600"/>
          </a:xfrm>
          <a:prstGeom prst="rect">
            <a:avLst/>
          </a:prstGeom>
        </p:spPr>
      </p:pic>
      <p:cxnSp>
        <p:nvCxnSpPr>
          <p:cNvPr id="45" name="直接连接符 44"/>
          <p:cNvCxnSpPr/>
          <p:nvPr>
            <p:custDataLst>
              <p:tags r:id="rId13"/>
            </p:custDataLst>
          </p:nvPr>
        </p:nvCxnSpPr>
        <p:spPr>
          <a:xfrm>
            <a:off x="3612514" y="3646805"/>
            <a:ext cx="4966970" cy="0"/>
          </a:xfrm>
          <a:prstGeom prst="line">
            <a:avLst/>
          </a:prstGeom>
          <a:ln w="25400" cap="rnd">
            <a:gradFill>
              <a:gsLst>
                <a:gs pos="40000">
                  <a:schemeClr val="accent1"/>
                </a:gs>
                <a:gs pos="100000">
                  <a:schemeClr val="tx1">
                    <a:alpha val="0"/>
                  </a:schemeClr>
                </a:gs>
                <a:gs pos="0">
                  <a:schemeClr val="tx1">
                    <a:alpha val="0"/>
                  </a:schemeClr>
                </a:gs>
                <a:gs pos="64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4"/>
            </p:custDataLst>
          </p:nvPr>
        </p:nvSpPr>
        <p:spPr>
          <a:xfrm>
            <a:off x="5358765" y="4029075"/>
            <a:ext cx="1427480" cy="3676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91440" tIns="45720" rIns="91440" bIns="45720" rtlCol="0" anchor="b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0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MiSans" panose="00000500000000000000" pitchFamily="2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3324225" y="1586865"/>
            <a:ext cx="5520055" cy="200596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5400" b="0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j-lt"/>
                <a:ea typeface="+mj-lt"/>
                <a:cs typeface="MiSans" panose="00000500000000000000" pitchFamily="2" charset="-122"/>
                <a:sym typeface="+mn-ea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ags" Target="../tags/tag140.xml"/><Relationship Id="rId13" Type="http://schemas.openxmlformats.org/officeDocument/2006/relationships/tags" Target="../tags/tag141.xml"/><Relationship Id="rId14" Type="http://schemas.openxmlformats.org/officeDocument/2006/relationships/tags" Target="../tags/tag142.xml"/><Relationship Id="rId15" Type="http://schemas.openxmlformats.org/officeDocument/2006/relationships/tags" Target="../tags/tag143.xml"/><Relationship Id="rId16" Type="http://schemas.openxmlformats.org/officeDocument/2006/relationships/tags" Target="../tags/tag144.xml"/><Relationship Id="rId17" Type="http://schemas.openxmlformats.org/officeDocument/2006/relationships/tags" Target="../tags/tag145.xml"/><Relationship Id="rId18" Type="http://schemas.openxmlformats.org/officeDocument/2006/relationships/tags" Target="../tags/tag146.xml"/><Relationship Id="rId19" Type="http://schemas.openxmlformats.org/officeDocument/2006/relationships/tags" Target="../tags/tag147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12"/>
            </p:custDataLst>
          </p:nvPr>
        </p:nvCxnSpPr>
        <p:spPr>
          <a:xfrm>
            <a:off x="3609515" y="1313815"/>
            <a:ext cx="4966970" cy="0"/>
          </a:xfrm>
          <a:prstGeom prst="line">
            <a:avLst/>
          </a:prstGeom>
          <a:ln w="25400" cap="rnd">
            <a:gradFill>
              <a:gsLst>
                <a:gs pos="100000">
                  <a:schemeClr val="tx1">
                    <a:alpha val="0"/>
                  </a:schemeClr>
                </a:gs>
                <a:gs pos="1000">
                  <a:schemeClr val="tx1">
                    <a:alpha val="0"/>
                  </a:schemeClr>
                </a:gs>
                <a:gs pos="36000">
                  <a:schemeClr val="accent1"/>
                </a:gs>
                <a:gs pos="64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593130"/>
            <a:ext cx="10975200" cy="458383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Tx/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spcBef>
                <a:spcPts val="1200"/>
              </a:spcBef>
              <a:spcAft>
                <a:spcPts val="0"/>
              </a:spcAft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>
              <a:spcBef>
                <a:spcPts val="1200"/>
              </a:spcBef>
              <a:spcAft>
                <a:spcPts val="0"/>
              </a:spcAft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>
              <a:spcBef>
                <a:spcPts val="1200"/>
              </a:spcBef>
              <a:spcAft>
                <a:spcPts val="0"/>
              </a:spcAft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>
              <a:spcBef>
                <a:spcPts val="1200"/>
              </a:spcBef>
              <a:spcAft>
                <a:spcPts val="0"/>
              </a:spcAft>
            </a:pP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08400" y="365126"/>
            <a:ext cx="10969200" cy="1090568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600" b="0" i="0" u="none" strike="noStrike" kern="1200" cap="none" spc="300" normalizeH="0" baseline="0" smtClean="0">
          <a:ln>
            <a:noFill/>
            <a:prstDash val="sysDot"/>
          </a:ln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uFillTx/>
          <a:latin typeface="+mj-lt"/>
          <a:ea typeface="+mj-lt"/>
          <a:cs typeface="MiSans" panose="00000500000000000000" pitchFamily="2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>
          <a:ln>
            <a:noFill/>
            <a:prstDash val="sysDot"/>
          </a:ln>
          <a:solidFill>
            <a:schemeClr val="tx1"/>
          </a:solidFill>
          <a:uFillTx/>
          <a:latin typeface="+mn-ea"/>
          <a:ea typeface="+mn-ea"/>
          <a:cs typeface="MiSans" panose="00000500000000000000" pitchFamily="2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MiSans" panose="00000500000000000000" pitchFamily="2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MiSans" panose="00000500000000000000" pitchFamily="2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MiSans" panose="00000500000000000000" pitchFamily="2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MiSans" panose="00000500000000000000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52.xml"/><Relationship Id="rId2" Type="http://schemas.openxmlformats.org/officeDocument/2006/relationships/tags" Target="../tags/tag153.xml"/><Relationship Id="rId3" Type="http://schemas.openxmlformats.org/officeDocument/2006/relationships/tags" Target="../tags/tag154.xml"/><Relationship Id="rId4" Type="http://schemas.openxmlformats.org/officeDocument/2006/relationships/tags" Target="../tags/tag155.xml"/><Relationship Id="rId5" Type="http://schemas.openxmlformats.org/officeDocument/2006/relationships/tags" Target="../tags/tag156.xml"/><Relationship Id="rId6" Type="http://schemas.openxmlformats.org/officeDocument/2006/relationships/tags" Target="../tags/tag157.xml"/><Relationship Id="rId7" Type="http://schemas.openxmlformats.org/officeDocument/2006/relationships/tags" Target="../tags/tag158.xml"/><Relationship Id="rId8" Type="http://schemas.openxmlformats.org/officeDocument/2006/relationships/tags" Target="../tags/tag159.xml"/><Relationship Id="rId9" Type="http://schemas.openxmlformats.org/officeDocument/2006/relationships/tags" Target="../tags/tag160.xml"/><Relationship Id="rId10" Type="http://schemas.openxmlformats.org/officeDocument/2006/relationships/tags" Target="../tags/tag161.xml"/><Relationship Id="rId11" Type="http://schemas.openxmlformats.org/officeDocument/2006/relationships/tags" Target="../tags/tag162.xml"/><Relationship Id="rId12" Type="http://schemas.openxmlformats.org/officeDocument/2006/relationships/tags" Target="../tags/tag163.xml"/><Relationship Id="rId13" Type="http://schemas.openxmlformats.org/officeDocument/2006/relationships/tags" Target="../tags/tag164.xml"/><Relationship Id="rId14" Type="http://schemas.openxmlformats.org/officeDocument/2006/relationships/tags" Target="../tags/tag165.xml"/><Relationship Id="rId15" Type="http://schemas.openxmlformats.org/officeDocument/2006/relationships/tags" Target="../tags/tag166.xml"/><Relationship Id="rId16" Type="http://schemas.openxmlformats.org/officeDocument/2006/relationships/tags" Target="../tags/tag167.xml"/><Relationship Id="rId17" Type="http://schemas.openxmlformats.org/officeDocument/2006/relationships/tags" Target="../tags/tag168.xml"/><Relationship Id="rId18" Type="http://schemas.openxmlformats.org/officeDocument/2006/relationships/tags" Target="../tags/tag169.xml"/><Relationship Id="rId19" Type="http://schemas.openxmlformats.org/officeDocument/2006/relationships/tags" Target="../tags/tag170.xml"/><Relationship Id="rId20" Type="http://schemas.openxmlformats.org/officeDocument/2006/relationships/tags" Target="../tags/tag171.xml"/><Relationship Id="rId21" Type="http://schemas.openxmlformats.org/officeDocument/2006/relationships/tags" Target="../tags/tag172.xml"/><Relationship Id="rId22" Type="http://schemas.openxmlformats.org/officeDocument/2006/relationships/slideLayout" Target="../slideLayouts/slideLayout14.xml"/><Relationship Id="rId2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tags" Target="../tags/tag174.xml"/><Relationship Id="rId3" Type="http://schemas.openxmlformats.org/officeDocument/2006/relationships/tags" Target="../tags/tag175.xml"/><Relationship Id="rId4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76.xml"/><Relationship Id="rId2" Type="http://schemas.openxmlformats.org/officeDocument/2006/relationships/tags" Target="../tags/tag177.xml"/><Relationship Id="rId3" Type="http://schemas.openxmlformats.org/officeDocument/2006/relationships/tags" Target="../tags/tag178.xml"/><Relationship Id="rId4" Type="http://schemas.openxmlformats.org/officeDocument/2006/relationships/tags" Target="../tags/tag179.xml"/><Relationship Id="rId5" Type="http://schemas.openxmlformats.org/officeDocument/2006/relationships/tags" Target="../tags/tag180.xml"/><Relationship Id="rId6" Type="http://schemas.openxmlformats.org/officeDocument/2006/relationships/tags" Target="../tags/tag181.xml"/><Relationship Id="rId7" Type="http://schemas.openxmlformats.org/officeDocument/2006/relationships/tags" Target="../tags/tag182.xml"/><Relationship Id="rId8" Type="http://schemas.openxmlformats.org/officeDocument/2006/relationships/tags" Target="../tags/tag183.xml"/><Relationship Id="rId9" Type="http://schemas.openxmlformats.org/officeDocument/2006/relationships/tags" Target="../tags/tag184.xml"/><Relationship Id="rId10" Type="http://schemas.openxmlformats.org/officeDocument/2006/relationships/tags" Target="../tags/tag185.xml"/><Relationship Id="rId11" Type="http://schemas.openxmlformats.org/officeDocument/2006/relationships/tags" Target="../tags/tag186.xml"/><Relationship Id="rId12" Type="http://schemas.openxmlformats.org/officeDocument/2006/relationships/tags" Target="../tags/tag187.xml"/><Relationship Id="rId13" Type="http://schemas.openxmlformats.org/officeDocument/2006/relationships/tags" Target="../tags/tag188.xml"/><Relationship Id="rId14" Type="http://schemas.openxmlformats.org/officeDocument/2006/relationships/tags" Target="../tags/tag189.xml"/><Relationship Id="rId15" Type="http://schemas.openxmlformats.org/officeDocument/2006/relationships/tags" Target="../tags/tag190.xml"/><Relationship Id="rId16" Type="http://schemas.openxmlformats.org/officeDocument/2006/relationships/tags" Target="../tags/tag191.xml"/><Relationship Id="rId17" Type="http://schemas.openxmlformats.org/officeDocument/2006/relationships/tags" Target="../tags/tag192.xml"/><Relationship Id="rId18" Type="http://schemas.openxmlformats.org/officeDocument/2006/relationships/tags" Target="../tags/tag193.xml"/><Relationship Id="rId19" Type="http://schemas.openxmlformats.org/officeDocument/2006/relationships/tags" Target="../tags/tag194.xml"/><Relationship Id="rId20" Type="http://schemas.openxmlformats.org/officeDocument/2006/relationships/tags" Target="../tags/tag195.xml"/><Relationship Id="rId21" Type="http://schemas.openxmlformats.org/officeDocument/2006/relationships/tags" Target="../tags/tag196.xml"/><Relationship Id="rId22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97.xml"/><Relationship Id="rId2" Type="http://schemas.openxmlformats.org/officeDocument/2006/relationships/tags" Target="../tags/tag198.xml"/><Relationship Id="rId3" Type="http://schemas.openxmlformats.org/officeDocument/2006/relationships/tags" Target="../tags/tag199.xml"/><Relationship Id="rId4" Type="http://schemas.openxmlformats.org/officeDocument/2006/relationships/tags" Target="../tags/tag200.xml"/><Relationship Id="rId5" Type="http://schemas.openxmlformats.org/officeDocument/2006/relationships/tags" Target="../tags/tag201.xml"/><Relationship Id="rId6" Type="http://schemas.openxmlformats.org/officeDocument/2006/relationships/tags" Target="../tags/tag202.xml"/><Relationship Id="rId7" Type="http://schemas.openxmlformats.org/officeDocument/2006/relationships/tags" Target="../tags/tag203.xml"/><Relationship Id="rId8" Type="http://schemas.openxmlformats.org/officeDocument/2006/relationships/tags" Target="../tags/tag204.xml"/><Relationship Id="rId9" Type="http://schemas.openxmlformats.org/officeDocument/2006/relationships/tags" Target="../tags/tag205.xml"/><Relationship Id="rId10" Type="http://schemas.openxmlformats.org/officeDocument/2006/relationships/tags" Target="../tags/tag206.xml"/><Relationship Id="rId11" Type="http://schemas.openxmlformats.org/officeDocument/2006/relationships/tags" Target="../tags/tag207.xml"/><Relationship Id="rId12" Type="http://schemas.openxmlformats.org/officeDocument/2006/relationships/tags" Target="../tags/tag208.xml"/><Relationship Id="rId13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09.xml"/><Relationship Id="rId2" Type="http://schemas.openxmlformats.org/officeDocument/2006/relationships/tags" Target="../tags/tag210.xml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tags" Target="../tags/tag216.xml"/><Relationship Id="rId9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217.xml"/><Relationship Id="rId2" Type="http://schemas.openxmlformats.org/officeDocument/2006/relationships/tags" Target="../tags/tag218.xml"/><Relationship Id="rId3" Type="http://schemas.openxmlformats.org/officeDocument/2006/relationships/tags" Target="../tags/tag219.xml"/><Relationship Id="rId4" Type="http://schemas.openxmlformats.org/officeDocument/2006/relationships/tags" Target="../tags/tag220.xml"/><Relationship Id="rId5" Type="http://schemas.openxmlformats.org/officeDocument/2006/relationships/tags" Target="../tags/tag221.xml"/><Relationship Id="rId6" Type="http://schemas.openxmlformats.org/officeDocument/2006/relationships/tags" Target="../tags/tag222.xml"/><Relationship Id="rId7" Type="http://schemas.openxmlformats.org/officeDocument/2006/relationships/tags" Target="../tags/tag223.xml"/><Relationship Id="rId8" Type="http://schemas.openxmlformats.org/officeDocument/2006/relationships/tags" Target="../tags/tag224.xml"/><Relationship Id="rId9" Type="http://schemas.openxmlformats.org/officeDocument/2006/relationships/tags" Target="../tags/tag225.xml"/><Relationship Id="rId10" Type="http://schemas.openxmlformats.org/officeDocument/2006/relationships/tags" Target="../tags/tag226.xml"/><Relationship Id="rId11" Type="http://schemas.openxmlformats.org/officeDocument/2006/relationships/tags" Target="../tags/tag227.xml"/><Relationship Id="rId12" Type="http://schemas.openxmlformats.org/officeDocument/2006/relationships/tags" Target="../tags/tag228.xml"/><Relationship Id="rId13" Type="http://schemas.openxmlformats.org/officeDocument/2006/relationships/tags" Target="../tags/tag229.xml"/><Relationship Id="rId14" Type="http://schemas.openxmlformats.org/officeDocument/2006/relationships/tags" Target="../tags/tag230.xml"/><Relationship Id="rId15" Type="http://schemas.openxmlformats.org/officeDocument/2006/relationships/tags" Target="../tags/tag231.xml"/><Relationship Id="rId16" Type="http://schemas.openxmlformats.org/officeDocument/2006/relationships/tags" Target="../tags/tag232.xml"/><Relationship Id="rId17" Type="http://schemas.openxmlformats.org/officeDocument/2006/relationships/tags" Target="../tags/tag233.xml"/><Relationship Id="rId18" Type="http://schemas.openxmlformats.org/officeDocument/2006/relationships/tags" Target="../tags/tag234.xml"/><Relationship Id="rId19" Type="http://schemas.openxmlformats.org/officeDocument/2006/relationships/tags" Target="../tags/tag235.xml"/><Relationship Id="rId20" Type="http://schemas.openxmlformats.org/officeDocument/2006/relationships/tags" Target="../tags/tag236.xml"/><Relationship Id="rId21" Type="http://schemas.openxmlformats.org/officeDocument/2006/relationships/tags" Target="../tags/tag237.xml"/><Relationship Id="rId22" Type="http://schemas.openxmlformats.org/officeDocument/2006/relationships/tags" Target="../tags/tag238.xml"/><Relationship Id="rId23" Type="http://schemas.openxmlformats.org/officeDocument/2006/relationships/tags" Target="../tags/tag239.xml"/><Relationship Id="rId24" Type="http://schemas.openxmlformats.org/officeDocument/2006/relationships/tags" Target="../tags/tag240.xml"/><Relationship Id="rId25" Type="http://schemas.openxmlformats.org/officeDocument/2006/relationships/tags" Target="../tags/tag241.xml"/><Relationship Id="rId26" Type="http://schemas.openxmlformats.org/officeDocument/2006/relationships/tags" Target="../tags/tag242.xml"/><Relationship Id="rId27" Type="http://schemas.openxmlformats.org/officeDocument/2006/relationships/tags" Target="../tags/tag243.xml"/><Relationship Id="rId28" Type="http://schemas.openxmlformats.org/officeDocument/2006/relationships/tags" Target="../tags/tag244.xml"/><Relationship Id="rId29" Type="http://schemas.openxmlformats.org/officeDocument/2006/relationships/tags" Target="../tags/tag245.xml"/><Relationship Id="rId30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246.xml"/><Relationship Id="rId2" Type="http://schemas.openxmlformats.org/officeDocument/2006/relationships/tags" Target="../tags/tag247.xml"/><Relationship Id="rId3" Type="http://schemas.openxmlformats.org/officeDocument/2006/relationships/tags" Target="../tags/tag248.xml"/><Relationship Id="rId4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49.xml"/><Relationship Id="rId2" Type="http://schemas.openxmlformats.org/officeDocument/2006/relationships/tags" Target="../tags/tag250.xml"/><Relationship Id="rId3" Type="http://schemas.openxmlformats.org/officeDocument/2006/relationships/tags" Target="../tags/tag251.xml"/><Relationship Id="rId4" Type="http://schemas.openxmlformats.org/officeDocument/2006/relationships/tags" Target="../tags/tag252.xml"/><Relationship Id="rId5" Type="http://schemas.openxmlformats.org/officeDocument/2006/relationships/tags" Target="../tags/tag253.xml"/><Relationship Id="rId6" Type="http://schemas.openxmlformats.org/officeDocument/2006/relationships/tags" Target="../tags/tag254.xml"/><Relationship Id="rId7" Type="http://schemas.openxmlformats.org/officeDocument/2006/relationships/tags" Target="../tags/tag255.xml"/><Relationship Id="rId8" Type="http://schemas.openxmlformats.org/officeDocument/2006/relationships/tags" Target="../tags/tag256.xml"/><Relationship Id="rId9" Type="http://schemas.openxmlformats.org/officeDocument/2006/relationships/tags" Target="../tags/tag257.xml"/><Relationship Id="rId10" Type="http://schemas.openxmlformats.org/officeDocument/2006/relationships/tags" Target="../tags/tag258.xml"/><Relationship Id="rId11" Type="http://schemas.openxmlformats.org/officeDocument/2006/relationships/tags" Target="../tags/tag259.xml"/><Relationship Id="rId12" Type="http://schemas.openxmlformats.org/officeDocument/2006/relationships/tags" Target="../tags/tag260.xml"/><Relationship Id="rId13" Type="http://schemas.openxmlformats.org/officeDocument/2006/relationships/tags" Target="../tags/tag261.xml"/><Relationship Id="rId14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62.xml"/><Relationship Id="rId2" Type="http://schemas.openxmlformats.org/officeDocument/2006/relationships/tags" Target="../tags/tag263.xml"/><Relationship Id="rId3" Type="http://schemas.openxmlformats.org/officeDocument/2006/relationships/tags" Target="../tags/tag264.xml"/><Relationship Id="rId4" Type="http://schemas.openxmlformats.org/officeDocument/2006/relationships/tags" Target="../tags/tag265.xml"/><Relationship Id="rId5" Type="http://schemas.openxmlformats.org/officeDocument/2006/relationships/tags" Target="../tags/tag266.xml"/><Relationship Id="rId6" Type="http://schemas.openxmlformats.org/officeDocument/2006/relationships/tags" Target="../tags/tag267.xml"/><Relationship Id="rId7" Type="http://schemas.openxmlformats.org/officeDocument/2006/relationships/tags" Target="../tags/tag268.xml"/><Relationship Id="rId8" Type="http://schemas.openxmlformats.org/officeDocument/2006/relationships/tags" Target="../tags/tag269.xml"/><Relationship Id="rId9" Type="http://schemas.openxmlformats.org/officeDocument/2006/relationships/tags" Target="../tags/tag270.xml"/><Relationship Id="rId10" Type="http://schemas.openxmlformats.org/officeDocument/2006/relationships/tags" Target="../tags/tag271.xml"/><Relationship Id="rId11" Type="http://schemas.openxmlformats.org/officeDocument/2006/relationships/tags" Target="../tags/tag272.xml"/><Relationship Id="rId12" Type="http://schemas.openxmlformats.org/officeDocument/2006/relationships/tags" Target="../tags/tag273.xml"/><Relationship Id="rId13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74.xml"/><Relationship Id="rId2" Type="http://schemas.openxmlformats.org/officeDocument/2006/relationships/tags" Target="../tags/tag275.xml"/><Relationship Id="rId3" Type="http://schemas.openxmlformats.org/officeDocument/2006/relationships/tags" Target="../tags/tag276.xml"/><Relationship Id="rId4" Type="http://schemas.openxmlformats.org/officeDocument/2006/relationships/tags" Target="../tags/tag277.xml"/><Relationship Id="rId5" Type="http://schemas.openxmlformats.org/officeDocument/2006/relationships/tags" Target="../tags/tag278.xml"/><Relationship Id="rId6" Type="http://schemas.openxmlformats.org/officeDocument/2006/relationships/tags" Target="../tags/tag279.xml"/><Relationship Id="rId7" Type="http://schemas.openxmlformats.org/officeDocument/2006/relationships/tags" Target="../tags/tag280.xml"/><Relationship Id="rId8" Type="http://schemas.openxmlformats.org/officeDocument/2006/relationships/tags" Target="../tags/tag281.xml"/><Relationship Id="rId9" Type="http://schemas.openxmlformats.org/officeDocument/2006/relationships/tags" Target="../tags/tag282.xml"/><Relationship Id="rId10" Type="http://schemas.openxmlformats.org/officeDocument/2006/relationships/tags" Target="../tags/tag283.xml"/><Relationship Id="rId11" Type="http://schemas.openxmlformats.org/officeDocument/2006/relationships/tags" Target="../tags/tag284.xml"/><Relationship Id="rId12" Type="http://schemas.openxmlformats.org/officeDocument/2006/relationships/tags" Target="../tags/tag285.xml"/><Relationship Id="rId13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86.xml"/><Relationship Id="rId2" Type="http://schemas.openxmlformats.org/officeDocument/2006/relationships/tags" Target="../tags/tag287.xml"/><Relationship Id="rId3" Type="http://schemas.openxmlformats.org/officeDocument/2006/relationships/tags" Target="../tags/tag288.xml"/><Relationship Id="rId4" Type="http://schemas.openxmlformats.org/officeDocument/2006/relationships/tags" Target="../tags/tag289.xml"/><Relationship Id="rId5" Type="http://schemas.openxmlformats.org/officeDocument/2006/relationships/tags" Target="../tags/tag290.xml"/><Relationship Id="rId6" Type="http://schemas.openxmlformats.org/officeDocument/2006/relationships/tags" Target="../tags/tag291.xml"/><Relationship Id="rId7" Type="http://schemas.openxmlformats.org/officeDocument/2006/relationships/tags" Target="../tags/tag292.xml"/><Relationship Id="rId8" Type="http://schemas.openxmlformats.org/officeDocument/2006/relationships/tags" Target="../tags/tag293.xml"/><Relationship Id="rId9" Type="http://schemas.openxmlformats.org/officeDocument/2006/relationships/tags" Target="../tags/tag294.xml"/><Relationship Id="rId10" Type="http://schemas.openxmlformats.org/officeDocument/2006/relationships/tags" Target="../tags/tag295.xml"/><Relationship Id="rId11" Type="http://schemas.openxmlformats.org/officeDocument/2006/relationships/tags" Target="../tags/tag296.xml"/><Relationship Id="rId12" Type="http://schemas.openxmlformats.org/officeDocument/2006/relationships/tags" Target="../tags/tag297.xml"/><Relationship Id="rId13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98.xml"/><Relationship Id="rId2" Type="http://schemas.openxmlformats.org/officeDocument/2006/relationships/tags" Target="../tags/tag299.xml"/><Relationship Id="rId3" Type="http://schemas.openxmlformats.org/officeDocument/2006/relationships/tags" Target="../tags/tag300.xml"/><Relationship Id="rId4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301.xml"/><Relationship Id="rId2" Type="http://schemas.openxmlformats.org/officeDocument/2006/relationships/tags" Target="../tags/tag302.xml"/><Relationship Id="rId3" Type="http://schemas.openxmlformats.org/officeDocument/2006/relationships/tags" Target="../tags/tag303.xml"/><Relationship Id="rId4" Type="http://schemas.openxmlformats.org/officeDocument/2006/relationships/tags" Target="../tags/tag304.xml"/><Relationship Id="rId5" Type="http://schemas.openxmlformats.org/officeDocument/2006/relationships/tags" Target="../tags/tag305.xml"/><Relationship Id="rId6" Type="http://schemas.openxmlformats.org/officeDocument/2006/relationships/tags" Target="../tags/tag306.xml"/><Relationship Id="rId7" Type="http://schemas.openxmlformats.org/officeDocument/2006/relationships/tags" Target="../tags/tag307.xml"/><Relationship Id="rId8" Type="http://schemas.openxmlformats.org/officeDocument/2006/relationships/tags" Target="../tags/tag308.xml"/><Relationship Id="rId9" Type="http://schemas.openxmlformats.org/officeDocument/2006/relationships/tags" Target="../tags/tag309.xml"/><Relationship Id="rId10" Type="http://schemas.openxmlformats.org/officeDocument/2006/relationships/tags" Target="../tags/tag310.xml"/><Relationship Id="rId11" Type="http://schemas.openxmlformats.org/officeDocument/2006/relationships/tags" Target="../tags/tag311.xml"/><Relationship Id="rId12" Type="http://schemas.openxmlformats.org/officeDocument/2006/relationships/tags" Target="../tags/tag312.xml"/><Relationship Id="rId13" Type="http://schemas.openxmlformats.org/officeDocument/2006/relationships/tags" Target="../tags/tag313.xml"/><Relationship Id="rId14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tags" Target="../tags/tag315.xml"/><Relationship Id="rId3" Type="http://schemas.openxmlformats.org/officeDocument/2006/relationships/tags" Target="../tags/tag316.xml"/><Relationship Id="rId4" Type="http://schemas.openxmlformats.org/officeDocument/2006/relationships/tags" Target="../tags/tag317.xml"/><Relationship Id="rId5" Type="http://schemas.openxmlformats.org/officeDocument/2006/relationships/tags" Target="../tags/tag318.xml"/><Relationship Id="rId6" Type="http://schemas.openxmlformats.org/officeDocument/2006/relationships/tags" Target="../tags/tag319.xml"/><Relationship Id="rId7" Type="http://schemas.openxmlformats.org/officeDocument/2006/relationships/tags" Target="../tags/tag320.xml"/><Relationship Id="rId8" Type="http://schemas.openxmlformats.org/officeDocument/2006/relationships/tags" Target="../tags/tag321.xml"/><Relationship Id="rId9" Type="http://schemas.openxmlformats.org/officeDocument/2006/relationships/tags" Target="../tags/tag322.xml"/><Relationship Id="rId10" Type="http://schemas.openxmlformats.org/officeDocument/2006/relationships/tags" Target="../tags/tag323.xml"/><Relationship Id="rId11" Type="http://schemas.openxmlformats.org/officeDocument/2006/relationships/tags" Target="../tags/tag324.xml"/><Relationship Id="rId12" Type="http://schemas.openxmlformats.org/officeDocument/2006/relationships/tags" Target="../tags/tag325.xml"/><Relationship Id="rId13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26.xml"/><Relationship Id="rId2" Type="http://schemas.openxmlformats.org/officeDocument/2006/relationships/tags" Target="../tags/tag327.xml"/><Relationship Id="rId3" Type="http://schemas.openxmlformats.org/officeDocument/2006/relationships/tags" Target="../tags/tag328.xml"/><Relationship Id="rId4" Type="http://schemas.openxmlformats.org/officeDocument/2006/relationships/tags" Target="../tags/tag329.xml"/><Relationship Id="rId5" Type="http://schemas.openxmlformats.org/officeDocument/2006/relationships/tags" Target="../tags/tag330.xml"/><Relationship Id="rId6" Type="http://schemas.openxmlformats.org/officeDocument/2006/relationships/tags" Target="../tags/tag331.xml"/><Relationship Id="rId7" Type="http://schemas.openxmlformats.org/officeDocument/2006/relationships/tags" Target="../tags/tag332.xml"/><Relationship Id="rId8" Type="http://schemas.openxmlformats.org/officeDocument/2006/relationships/tags" Target="../tags/tag333.xml"/><Relationship Id="rId9" Type="http://schemas.openxmlformats.org/officeDocument/2006/relationships/tags" Target="../tags/tag334.xml"/><Relationship Id="rId10" Type="http://schemas.openxmlformats.org/officeDocument/2006/relationships/tags" Target="../tags/tag335.xml"/><Relationship Id="rId11" Type="http://schemas.openxmlformats.org/officeDocument/2006/relationships/tags" Target="../tags/tag336.xml"/><Relationship Id="rId12" Type="http://schemas.openxmlformats.org/officeDocument/2006/relationships/tags" Target="../tags/tag337.xml"/><Relationship Id="rId13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38.xml"/><Relationship Id="rId2" Type="http://schemas.openxmlformats.org/officeDocument/2006/relationships/tags" Target="../tags/tag339.xml"/><Relationship Id="rId3" Type="http://schemas.openxmlformats.org/officeDocument/2006/relationships/tags" Target="../tags/tag340.xml"/><Relationship Id="rId4" Type="http://schemas.openxmlformats.org/officeDocument/2006/relationships/tags" Target="../tags/tag341.xml"/><Relationship Id="rId5" Type="http://schemas.openxmlformats.org/officeDocument/2006/relationships/tags" Target="../tags/tag342.xml"/><Relationship Id="rId6" Type="http://schemas.openxmlformats.org/officeDocument/2006/relationships/tags" Target="../tags/tag343.xml"/><Relationship Id="rId7" Type="http://schemas.openxmlformats.org/officeDocument/2006/relationships/tags" Target="../tags/tag344.xml"/><Relationship Id="rId8" Type="http://schemas.openxmlformats.org/officeDocument/2006/relationships/tags" Target="../tags/tag345.xml"/><Relationship Id="rId9" Type="http://schemas.openxmlformats.org/officeDocument/2006/relationships/tags" Target="../tags/tag346.xml"/><Relationship Id="rId10" Type="http://schemas.openxmlformats.org/officeDocument/2006/relationships/tags" Target="../tags/tag347.xml"/><Relationship Id="rId11" Type="http://schemas.openxmlformats.org/officeDocument/2006/relationships/tags" Target="../tags/tag348.xml"/><Relationship Id="rId12" Type="http://schemas.openxmlformats.org/officeDocument/2006/relationships/tags" Target="../tags/tag349.xml"/><Relationship Id="rId13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50.xml"/><Relationship Id="rId2" Type="http://schemas.openxmlformats.org/officeDocument/2006/relationships/tags" Target="../tags/tag351.xml"/><Relationship Id="rId3" Type="http://schemas.openxmlformats.org/officeDocument/2006/relationships/tags" Target="../tags/tag352.xml"/><Relationship Id="rId4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353.xml"/><Relationship Id="rId2" Type="http://schemas.openxmlformats.org/officeDocument/2006/relationships/tags" Target="../tags/tag354.xml"/><Relationship Id="rId3" Type="http://schemas.openxmlformats.org/officeDocument/2006/relationships/tags" Target="../tags/tag355.xml"/><Relationship Id="rId4" Type="http://schemas.openxmlformats.org/officeDocument/2006/relationships/tags" Target="../tags/tag356.xml"/><Relationship Id="rId5" Type="http://schemas.openxmlformats.org/officeDocument/2006/relationships/tags" Target="../tags/tag357.xml"/><Relationship Id="rId6" Type="http://schemas.openxmlformats.org/officeDocument/2006/relationships/tags" Target="../tags/tag358.xml"/><Relationship Id="rId7" Type="http://schemas.openxmlformats.org/officeDocument/2006/relationships/tags" Target="../tags/tag359.xml"/><Relationship Id="rId8" Type="http://schemas.openxmlformats.org/officeDocument/2006/relationships/tags" Target="../tags/tag360.xml"/><Relationship Id="rId9" Type="http://schemas.openxmlformats.org/officeDocument/2006/relationships/tags" Target="../tags/tag361.xml"/><Relationship Id="rId10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362.xml"/><Relationship Id="rId2" Type="http://schemas.openxmlformats.org/officeDocument/2006/relationships/tags" Target="../tags/tag363.xml"/><Relationship Id="rId3" Type="http://schemas.openxmlformats.org/officeDocument/2006/relationships/tags" Target="../tags/tag364.xml"/><Relationship Id="rId4" Type="http://schemas.openxmlformats.org/officeDocument/2006/relationships/tags" Target="../tags/tag365.xml"/><Relationship Id="rId5" Type="http://schemas.openxmlformats.org/officeDocument/2006/relationships/tags" Target="../tags/tag366.xml"/><Relationship Id="rId6" Type="http://schemas.openxmlformats.org/officeDocument/2006/relationships/tags" Target="../tags/tag367.xml"/><Relationship Id="rId7" Type="http://schemas.openxmlformats.org/officeDocument/2006/relationships/tags" Target="../tags/tag368.xml"/><Relationship Id="rId8" Type="http://schemas.openxmlformats.org/officeDocument/2006/relationships/tags" Target="../tags/tag369.xml"/><Relationship Id="rId9" Type="http://schemas.openxmlformats.org/officeDocument/2006/relationships/tags" Target="../tags/tag370.xml"/><Relationship Id="rId10" Type="http://schemas.openxmlformats.org/officeDocument/2006/relationships/tags" Target="../tags/tag371.xml"/><Relationship Id="rId11" Type="http://schemas.openxmlformats.org/officeDocument/2006/relationships/tags" Target="../tags/tag372.xml"/><Relationship Id="rId12" Type="http://schemas.openxmlformats.org/officeDocument/2006/relationships/tags" Target="../tags/tag373.xml"/><Relationship Id="rId13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374.xml"/><Relationship Id="rId2" Type="http://schemas.openxmlformats.org/officeDocument/2006/relationships/tags" Target="../tags/tag375.xml"/><Relationship Id="rId3" Type="http://schemas.openxmlformats.org/officeDocument/2006/relationships/tags" Target="../tags/tag376.xml"/><Relationship Id="rId4" Type="http://schemas.openxmlformats.org/officeDocument/2006/relationships/tags" Target="../tags/tag377.xml"/><Relationship Id="rId5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378.xml"/><Relationship Id="rId2" Type="http://schemas.openxmlformats.org/officeDocument/2006/relationships/tags" Target="../tags/tag379.xml"/><Relationship Id="rId3" Type="http://schemas.openxmlformats.org/officeDocument/2006/relationships/tags" Target="../tags/tag380.xml"/><Relationship Id="rId4" Type="http://schemas.openxmlformats.org/officeDocument/2006/relationships/tags" Target="../tags/tag381.xml"/><Relationship Id="rId5" Type="http://schemas.openxmlformats.org/officeDocument/2006/relationships/tags" Target="../tags/tag382.xml"/><Relationship Id="rId6" Type="http://schemas.openxmlformats.org/officeDocument/2006/relationships/tags" Target="../tags/tag383.xml"/><Relationship Id="rId7" Type="http://schemas.openxmlformats.org/officeDocument/2006/relationships/tags" Target="../tags/tag384.xml"/><Relationship Id="rId8" Type="http://schemas.openxmlformats.org/officeDocument/2006/relationships/tags" Target="../tags/tag385.xml"/><Relationship Id="rId9" Type="http://schemas.openxmlformats.org/officeDocument/2006/relationships/tags" Target="../tags/tag386.xml"/><Relationship Id="rId10" Type="http://schemas.openxmlformats.org/officeDocument/2006/relationships/tags" Target="../tags/tag387.xml"/><Relationship Id="rId11" Type="http://schemas.openxmlformats.org/officeDocument/2006/relationships/tags" Target="../tags/tag388.xml"/><Relationship Id="rId12" Type="http://schemas.openxmlformats.org/officeDocument/2006/relationships/tags" Target="../tags/tag389.xml"/><Relationship Id="rId13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390.xml"/><Relationship Id="rId2" Type="http://schemas.openxmlformats.org/officeDocument/2006/relationships/tags" Target="../tags/tag391.xml"/><Relationship Id="rId3" Type="http://schemas.openxmlformats.org/officeDocument/2006/relationships/tags" Target="../tags/tag392.xml"/><Relationship Id="rId4" Type="http://schemas.openxmlformats.org/officeDocument/2006/relationships/slideLayout" Target="../slideLayouts/slideLayout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393.xml"/><Relationship Id="rId2" Type="http://schemas.openxmlformats.org/officeDocument/2006/relationships/tags" Target="../tags/tag394.xml"/><Relationship Id="rId3" Type="http://schemas.openxmlformats.org/officeDocument/2006/relationships/tags" Target="../tags/tag395.xml"/><Relationship Id="rId4" Type="http://schemas.openxmlformats.org/officeDocument/2006/relationships/tags" Target="../tags/tag396.xml"/><Relationship Id="rId5" Type="http://schemas.openxmlformats.org/officeDocument/2006/relationships/tags" Target="../tags/tag397.xml"/><Relationship Id="rId6" Type="http://schemas.openxmlformats.org/officeDocument/2006/relationships/tags" Target="../tags/tag398.xml"/><Relationship Id="rId7" Type="http://schemas.openxmlformats.org/officeDocument/2006/relationships/tags" Target="../tags/tag399.xml"/><Relationship Id="rId8" Type="http://schemas.openxmlformats.org/officeDocument/2006/relationships/tags" Target="../tags/tag400.xml"/><Relationship Id="rId9" Type="http://schemas.openxmlformats.org/officeDocument/2006/relationships/tags" Target="../tags/tag401.xml"/><Relationship Id="rId10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402.xml"/><Relationship Id="rId2" Type="http://schemas.openxmlformats.org/officeDocument/2006/relationships/tags" Target="../tags/tag403.xml"/><Relationship Id="rId3" Type="http://schemas.openxmlformats.org/officeDocument/2006/relationships/tags" Target="../tags/tag404.xml"/><Relationship Id="rId4" Type="http://schemas.openxmlformats.org/officeDocument/2006/relationships/tags" Target="../tags/tag405.xml"/><Relationship Id="rId5" Type="http://schemas.openxmlformats.org/officeDocument/2006/relationships/tags" Target="../tags/tag406.xml"/><Relationship Id="rId6" Type="http://schemas.openxmlformats.org/officeDocument/2006/relationships/tags" Target="../tags/tag407.xml"/><Relationship Id="rId7" Type="http://schemas.openxmlformats.org/officeDocument/2006/relationships/tags" Target="../tags/tag408.xml"/><Relationship Id="rId8" Type="http://schemas.openxmlformats.org/officeDocument/2006/relationships/tags" Target="../tags/tag409.xml"/><Relationship Id="rId9" Type="http://schemas.openxmlformats.org/officeDocument/2006/relationships/tags" Target="../tags/tag410.xml"/><Relationship Id="rId10" Type="http://schemas.openxmlformats.org/officeDocument/2006/relationships/tags" Target="../tags/tag411.xml"/><Relationship Id="rId11" Type="http://schemas.openxmlformats.org/officeDocument/2006/relationships/tags" Target="../tags/tag412.xml"/><Relationship Id="rId12" Type="http://schemas.openxmlformats.org/officeDocument/2006/relationships/tags" Target="../tags/tag413.xml"/><Relationship Id="rId13" Type="http://schemas.openxmlformats.org/officeDocument/2006/relationships/tags" Target="../tags/tag414.xml"/><Relationship Id="rId14" Type="http://schemas.openxmlformats.org/officeDocument/2006/relationships/tags" Target="../tags/tag415.xml"/><Relationship Id="rId15" Type="http://schemas.openxmlformats.org/officeDocument/2006/relationships/tags" Target="../tags/tag416.xml"/><Relationship Id="rId16" Type="http://schemas.openxmlformats.org/officeDocument/2006/relationships/tags" Target="../tags/tag417.xml"/><Relationship Id="rId17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418.xml"/><Relationship Id="rId2" Type="http://schemas.openxmlformats.org/officeDocument/2006/relationships/tags" Target="../tags/tag419.xml"/><Relationship Id="rId3" Type="http://schemas.openxmlformats.org/officeDocument/2006/relationships/tags" Target="../tags/tag420.xml"/><Relationship Id="rId4" Type="http://schemas.openxmlformats.org/officeDocument/2006/relationships/tags" Target="../tags/tag421.xml"/><Relationship Id="rId5" Type="http://schemas.openxmlformats.org/officeDocument/2006/relationships/tags" Target="../tags/tag422.xml"/><Relationship Id="rId6" Type="http://schemas.openxmlformats.org/officeDocument/2006/relationships/tags" Target="../tags/tag423.xml"/><Relationship Id="rId7" Type="http://schemas.openxmlformats.org/officeDocument/2006/relationships/tags" Target="../tags/tag424.xml"/><Relationship Id="rId8" Type="http://schemas.openxmlformats.org/officeDocument/2006/relationships/tags" Target="../tags/tag425.xml"/><Relationship Id="rId9" Type="http://schemas.openxmlformats.org/officeDocument/2006/relationships/tags" Target="../tags/tag426.xml"/><Relationship Id="rId10" Type="http://schemas.openxmlformats.org/officeDocument/2006/relationships/tags" Target="../tags/tag427.xml"/><Relationship Id="rId11" Type="http://schemas.openxmlformats.org/officeDocument/2006/relationships/tags" Target="../tags/tag428.xml"/><Relationship Id="rId12" Type="http://schemas.openxmlformats.org/officeDocument/2006/relationships/tags" Target="../tags/tag429.xml"/><Relationship Id="rId13" Type="http://schemas.openxmlformats.org/officeDocument/2006/relationships/tags" Target="../tags/tag430.xml"/><Relationship Id="rId14" Type="http://schemas.openxmlformats.org/officeDocument/2006/relationships/tags" Target="../tags/tag431.xml"/><Relationship Id="rId15" Type="http://schemas.openxmlformats.org/officeDocument/2006/relationships/tags" Target="../tags/tag432.xml"/><Relationship Id="rId16" Type="http://schemas.openxmlformats.org/officeDocument/2006/relationships/tags" Target="../tags/tag433.xml"/><Relationship Id="rId17" Type="http://schemas.openxmlformats.org/officeDocument/2006/relationships/tags" Target="../tags/tag434.xml"/><Relationship Id="rId18" Type="http://schemas.openxmlformats.org/officeDocument/2006/relationships/tags" Target="../tags/tag435.xml"/><Relationship Id="rId19" Type="http://schemas.openxmlformats.org/officeDocument/2006/relationships/tags" Target="../tags/tag436.xml"/><Relationship Id="rId20" Type="http://schemas.openxmlformats.org/officeDocument/2006/relationships/tags" Target="../tags/tag437.xml"/><Relationship Id="rId2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438.xml"/><Relationship Id="rId2" Type="http://schemas.openxmlformats.org/officeDocument/2006/relationships/tags" Target="../tags/tag439.xml"/><Relationship Id="rId3" Type="http://schemas.openxmlformats.org/officeDocument/2006/relationships/tags" Target="../tags/tag440.xml"/><Relationship Id="rId4" Type="http://schemas.openxmlformats.org/officeDocument/2006/relationships/slideLayout" Target="../slideLayouts/slideLayout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441.xml"/><Relationship Id="rId2" Type="http://schemas.openxmlformats.org/officeDocument/2006/relationships/tags" Target="../tags/tag442.xml"/><Relationship Id="rId3" Type="http://schemas.openxmlformats.org/officeDocument/2006/relationships/tags" Target="../tags/tag443.xml"/><Relationship Id="rId4" Type="http://schemas.openxmlformats.org/officeDocument/2006/relationships/tags" Target="../tags/tag444.xml"/><Relationship Id="rId5" Type="http://schemas.openxmlformats.org/officeDocument/2006/relationships/tags" Target="../tags/tag445.xml"/><Relationship Id="rId6" Type="http://schemas.openxmlformats.org/officeDocument/2006/relationships/tags" Target="../tags/tag446.xml"/><Relationship Id="rId7" Type="http://schemas.openxmlformats.org/officeDocument/2006/relationships/tags" Target="../tags/tag447.xml"/><Relationship Id="rId8" Type="http://schemas.openxmlformats.org/officeDocument/2006/relationships/tags" Target="../tags/tag448.xml"/><Relationship Id="rId9" Type="http://schemas.openxmlformats.org/officeDocument/2006/relationships/tags" Target="../tags/tag449.xml"/><Relationship Id="rId10" Type="http://schemas.openxmlformats.org/officeDocument/2006/relationships/tags" Target="../tags/tag450.xml"/><Relationship Id="rId11" Type="http://schemas.openxmlformats.org/officeDocument/2006/relationships/tags" Target="../tags/tag451.xml"/><Relationship Id="rId12" Type="http://schemas.openxmlformats.org/officeDocument/2006/relationships/tags" Target="../tags/tag452.xml"/><Relationship Id="rId13" Type="http://schemas.openxmlformats.org/officeDocument/2006/relationships/tags" Target="../tags/tag453.xml"/><Relationship Id="rId14" Type="http://schemas.openxmlformats.org/officeDocument/2006/relationships/tags" Target="../tags/tag454.xml"/><Relationship Id="rId15" Type="http://schemas.openxmlformats.org/officeDocument/2006/relationships/tags" Target="../tags/tag455.xml"/><Relationship Id="rId16" Type="http://schemas.openxmlformats.org/officeDocument/2006/relationships/tags" Target="../tags/tag456.xml"/><Relationship Id="rId17" Type="http://schemas.openxmlformats.org/officeDocument/2006/relationships/tags" Target="../tags/tag457.xml"/><Relationship Id="rId18" Type="http://schemas.openxmlformats.org/officeDocument/2006/relationships/tags" Target="../tags/tag458.xml"/><Relationship Id="rId19" Type="http://schemas.openxmlformats.org/officeDocument/2006/relationships/tags" Target="../tags/tag459.xml"/><Relationship Id="rId20" Type="http://schemas.openxmlformats.org/officeDocument/2006/relationships/tags" Target="../tags/tag460.xml"/><Relationship Id="rId21" Type="http://schemas.openxmlformats.org/officeDocument/2006/relationships/tags" Target="../tags/tag461.xml"/><Relationship Id="rId22" Type="http://schemas.openxmlformats.org/officeDocument/2006/relationships/slideLayout" Target="../slideLayouts/slideLayout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462.xml"/><Relationship Id="rId2" Type="http://schemas.openxmlformats.org/officeDocument/2006/relationships/tags" Target="../tags/tag463.xml"/><Relationship Id="rId3" Type="http://schemas.openxmlformats.org/officeDocument/2006/relationships/tags" Target="../tags/tag464.xml"/><Relationship Id="rId4" Type="http://schemas.openxmlformats.org/officeDocument/2006/relationships/tags" Target="../tags/tag465.xml"/><Relationship Id="rId5" Type="http://schemas.openxmlformats.org/officeDocument/2006/relationships/tags" Target="../tags/tag466.xml"/><Relationship Id="rId6" Type="http://schemas.openxmlformats.org/officeDocument/2006/relationships/tags" Target="../tags/tag467.xml"/><Relationship Id="rId7" Type="http://schemas.openxmlformats.org/officeDocument/2006/relationships/tags" Target="../tags/tag468.xml"/><Relationship Id="rId8" Type="http://schemas.openxmlformats.org/officeDocument/2006/relationships/tags" Target="../tags/tag469.xml"/><Relationship Id="rId9" Type="http://schemas.openxmlformats.org/officeDocument/2006/relationships/tags" Target="../tags/tag470.xml"/><Relationship Id="rId10" Type="http://schemas.openxmlformats.org/officeDocument/2006/relationships/tags" Target="../tags/tag471.xml"/><Relationship Id="rId11" Type="http://schemas.openxmlformats.org/officeDocument/2006/relationships/tags" Target="../tags/tag472.xml"/><Relationship Id="rId12" Type="http://schemas.openxmlformats.org/officeDocument/2006/relationships/tags" Target="../tags/tag473.xml"/><Relationship Id="rId13" Type="http://schemas.openxmlformats.org/officeDocument/2006/relationships/tags" Target="../tags/tag474.xml"/><Relationship Id="rId14" Type="http://schemas.openxmlformats.org/officeDocument/2006/relationships/tags" Target="../tags/tag475.xml"/><Relationship Id="rId15" Type="http://schemas.openxmlformats.org/officeDocument/2006/relationships/slideLayout" Target="../slideLayouts/slideLayout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476.xml"/><Relationship Id="rId2" Type="http://schemas.openxmlformats.org/officeDocument/2006/relationships/tags" Target="../tags/tag477.xml"/><Relationship Id="rId3" Type="http://schemas.openxmlformats.org/officeDocument/2006/relationships/tags" Target="../tags/tag478.xml"/><Relationship Id="rId4" Type="http://schemas.openxmlformats.org/officeDocument/2006/relationships/tags" Target="../tags/tag479.xml"/><Relationship Id="rId5" Type="http://schemas.openxmlformats.org/officeDocument/2006/relationships/tags" Target="../tags/tag480.xml"/><Relationship Id="rId6" Type="http://schemas.openxmlformats.org/officeDocument/2006/relationships/tags" Target="../tags/tag481.xml"/><Relationship Id="rId7" Type="http://schemas.openxmlformats.org/officeDocument/2006/relationships/tags" Target="../tags/tag482.xml"/><Relationship Id="rId8" Type="http://schemas.openxmlformats.org/officeDocument/2006/relationships/tags" Target="../tags/tag483.xml"/><Relationship Id="rId9" Type="http://schemas.openxmlformats.org/officeDocument/2006/relationships/tags" Target="../tags/tag484.xml"/><Relationship Id="rId10" Type="http://schemas.openxmlformats.org/officeDocument/2006/relationships/tags" Target="../tags/tag485.xml"/><Relationship Id="rId11" Type="http://schemas.openxmlformats.org/officeDocument/2006/relationships/tags" Target="../tags/tag486.xml"/><Relationship Id="rId12" Type="http://schemas.openxmlformats.org/officeDocument/2006/relationships/tags" Target="../tags/tag487.xml"/><Relationship Id="rId13" Type="http://schemas.openxmlformats.org/officeDocument/2006/relationships/slideLayout" Target="../slideLayouts/slideLayout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488.xml"/><Relationship Id="rId2" Type="http://schemas.openxmlformats.org/officeDocument/2006/relationships/tags" Target="../tags/tag489.xml"/><Relationship Id="rId3" Type="http://schemas.openxmlformats.org/officeDocument/2006/relationships/tags" Target="../tags/tag490.xml"/><Relationship Id="rId4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/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,a click to unlimited possibilities</a:t>
            </a:r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无人机飞行规则与安全操控技巧培训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2" name="序号"/>
          <p:cNvSpPr txBox="1"/>
          <p:nvPr>
            <p:custDataLst>
              <p:tags r:id="rId3"/>
            </p:custDataLst>
          </p:nvPr>
        </p:nvSpPr>
        <p:spPr>
          <a:xfrm>
            <a:off x="610235" y="2814320"/>
            <a:ext cx="1495425" cy="774065"/>
          </a:xfrm>
          <a:prstGeom prst="rect">
            <a:avLst/>
          </a:prstGeom>
          <a:noFill/>
        </p:spPr>
        <p:txBody>
          <a:bodyPr wrap="square" lIns="76200" tIns="76200" rIns="0" bIns="0" rtlCol="0" anchor="ctr" anchorCtr="0">
            <a:normAutofit/>
          </a:bodyPr>
          <a:lstStyle/>
          <a:p>
            <a:pPr algn="l"/>
            <a:r>
              <a:rPr lang="en-US" altLang="zh-CN" sz="4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+mj-lt"/>
                <a:ea typeface="+mj-lt"/>
                <a:cs typeface="MiSans Heavy" panose="00000A00000000000000" pitchFamily="2" charset="-122"/>
                <a:sym typeface="+mn-ea"/>
              </a:rPr>
              <a:t>01</a:t>
            </a:r>
            <a:endParaRPr lang="en-US" altLang="zh-CN" sz="4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effectLst/>
              <a:latin typeface="+mj-lt"/>
              <a:ea typeface="+mj-lt"/>
              <a:cs typeface="MiSans Heavy" panose="00000A00000000000000" pitchFamily="2" charset="-122"/>
              <a:sym typeface="+mn-ea"/>
            </a:endParaRPr>
          </a:p>
        </p:txBody>
      </p:sp>
      <p:sp>
        <p:nvSpPr>
          <p:cNvPr id="9" name="标题"/>
          <p:cNvSpPr txBox="1"/>
          <p:nvPr>
            <p:custDataLst>
              <p:tags r:id="rId4"/>
            </p:custDataLst>
          </p:nvPr>
        </p:nvSpPr>
        <p:spPr>
          <a:xfrm>
            <a:off x="610235" y="4013835"/>
            <a:ext cx="1494790" cy="1766570"/>
          </a:xfrm>
          <a:prstGeom prst="rect">
            <a:avLst/>
          </a:prstGeom>
          <a:noFill/>
        </p:spPr>
        <p:txBody>
          <a:bodyPr wrap="square" lIns="76200" tIns="0" rIns="0" bIns="0" rtlCol="0" anchor="t" anchorCtr="0">
            <a:normAutofit/>
          </a:bodyPr>
          <a:lstStyle/>
          <a:p>
            <a:r>
              <a:rPr lang="zh-CN" altLang="en-US" sz="2000" dirty="0">
                <a:latin typeface="+mj-lt"/>
                <a:ea typeface="+mj-lt"/>
                <a:cs typeface="MiSans Heavy" panose="00000A00000000000000" pitchFamily="2" charset="-122"/>
                <a:sym typeface="MiSans Heavy" panose="00000A00000000000000" pitchFamily="2" charset="-122"/>
              </a:rPr>
              <a:t>无人机飞行规则</a:t>
            </a:r>
            <a:endParaRPr lang="zh-CN" altLang="en-US" sz="2000" dirty="0">
              <a:latin typeface="+mj-lt"/>
              <a:ea typeface="+mj-lt"/>
              <a:cs typeface="MiSans Heavy" panose="00000A00000000000000" pitchFamily="2" charset="-122"/>
              <a:sym typeface="MiSans Heavy" panose="00000A00000000000000" pitchFamily="2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99770" y="3801110"/>
            <a:ext cx="1016000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tx1">
                    <a:alpha val="0"/>
                  </a:schemeClr>
                </a:gs>
                <a:gs pos="40000">
                  <a:schemeClr val="accent2"/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序号"/>
          <p:cNvSpPr txBox="1"/>
          <p:nvPr>
            <p:custDataLst>
              <p:tags r:id="rId6"/>
            </p:custDataLst>
          </p:nvPr>
        </p:nvSpPr>
        <p:spPr>
          <a:xfrm>
            <a:off x="2457450" y="2814320"/>
            <a:ext cx="1495425" cy="774065"/>
          </a:xfrm>
          <a:prstGeom prst="rect">
            <a:avLst/>
          </a:prstGeom>
          <a:noFill/>
        </p:spPr>
        <p:txBody>
          <a:bodyPr wrap="square" lIns="76200" tIns="76200" rIns="0" bIns="0" rtlCol="0" anchor="ctr" anchorCtr="0">
            <a:normAutofit/>
          </a:bodyPr>
          <a:lstStyle/>
          <a:p>
            <a:pPr algn="l"/>
            <a:r>
              <a:rPr lang="en-US" altLang="zh-CN" sz="4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+mj-lt"/>
                <a:ea typeface="+mj-lt"/>
                <a:cs typeface="MiSans Heavy" panose="00000A00000000000000" pitchFamily="2" charset="-122"/>
                <a:sym typeface="+mn-ea"/>
              </a:rPr>
              <a:t>02</a:t>
            </a:r>
            <a:endParaRPr lang="en-US" altLang="zh-CN" sz="4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effectLst/>
              <a:latin typeface="+mj-lt"/>
              <a:ea typeface="+mj-lt"/>
              <a:cs typeface="MiSans Heavy" panose="00000A00000000000000" pitchFamily="2" charset="-122"/>
              <a:sym typeface="+mn-ea"/>
            </a:endParaRPr>
          </a:p>
        </p:txBody>
      </p:sp>
      <p:sp>
        <p:nvSpPr>
          <p:cNvPr id="39" name="标题"/>
          <p:cNvSpPr txBox="1"/>
          <p:nvPr>
            <p:custDataLst>
              <p:tags r:id="rId7"/>
            </p:custDataLst>
          </p:nvPr>
        </p:nvSpPr>
        <p:spPr>
          <a:xfrm>
            <a:off x="2457450" y="4013835"/>
            <a:ext cx="1494790" cy="1766570"/>
          </a:xfrm>
          <a:prstGeom prst="rect">
            <a:avLst/>
          </a:prstGeom>
          <a:noFill/>
        </p:spPr>
        <p:txBody>
          <a:bodyPr wrap="square" lIns="76200" tIns="0" rIns="0" bIns="0" rtlCol="0" anchor="t" anchorCtr="0">
            <a:normAutofit/>
          </a:bodyPr>
          <a:lstStyle/>
          <a:p>
            <a:r>
              <a:rPr lang="zh-CN" altLang="en-US" sz="2000" dirty="0">
                <a:latin typeface="+mj-lt"/>
                <a:ea typeface="+mj-lt"/>
                <a:cs typeface="MiSans Heavy" panose="00000A00000000000000" pitchFamily="2" charset="-122"/>
                <a:sym typeface="MiSans Heavy" panose="00000A00000000000000" pitchFamily="2" charset="-122"/>
              </a:rPr>
              <a:t>无人机安全操控技巧</a:t>
            </a:r>
            <a:endParaRPr lang="zh-CN" altLang="en-US" sz="2000" dirty="0">
              <a:latin typeface="+mj-lt"/>
              <a:ea typeface="+mj-lt"/>
              <a:cs typeface="MiSans Heavy" panose="00000A00000000000000" pitchFamily="2" charset="-122"/>
              <a:sym typeface="MiSans Heavy" panose="00000A00000000000000" pitchFamily="2" charset="-122"/>
            </a:endParaRPr>
          </a:p>
        </p:txBody>
      </p:sp>
      <p:sp>
        <p:nvSpPr>
          <p:cNvPr id="45" name="序号"/>
          <p:cNvSpPr txBox="1"/>
          <p:nvPr>
            <p:custDataLst>
              <p:tags r:id="rId8"/>
            </p:custDataLst>
          </p:nvPr>
        </p:nvSpPr>
        <p:spPr>
          <a:xfrm>
            <a:off x="4304665" y="2814320"/>
            <a:ext cx="1495425" cy="774065"/>
          </a:xfrm>
          <a:prstGeom prst="rect">
            <a:avLst/>
          </a:prstGeom>
          <a:noFill/>
        </p:spPr>
        <p:txBody>
          <a:bodyPr wrap="square" lIns="76200" tIns="76200" rIns="0" bIns="0" rtlCol="0" anchor="ctr" anchorCtr="0">
            <a:normAutofit/>
          </a:bodyPr>
          <a:lstStyle/>
          <a:p>
            <a:pPr algn="l"/>
            <a:r>
              <a:rPr lang="en-US" altLang="zh-CN" sz="4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+mj-lt"/>
                <a:ea typeface="+mj-lt"/>
                <a:cs typeface="MiSans Heavy" panose="00000A00000000000000" pitchFamily="2" charset="-122"/>
                <a:sym typeface="+mn-ea"/>
              </a:rPr>
              <a:t>03</a:t>
            </a:r>
            <a:endParaRPr lang="en-US" altLang="zh-CN" sz="4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effectLst/>
              <a:latin typeface="+mj-lt"/>
              <a:ea typeface="+mj-lt"/>
              <a:cs typeface="MiSans Heavy" panose="00000A00000000000000" pitchFamily="2" charset="-122"/>
              <a:sym typeface="+mn-ea"/>
            </a:endParaRPr>
          </a:p>
        </p:txBody>
      </p:sp>
      <p:sp>
        <p:nvSpPr>
          <p:cNvPr id="47" name="标题"/>
          <p:cNvSpPr txBox="1"/>
          <p:nvPr>
            <p:custDataLst>
              <p:tags r:id="rId9"/>
            </p:custDataLst>
          </p:nvPr>
        </p:nvSpPr>
        <p:spPr>
          <a:xfrm>
            <a:off x="4304665" y="4013835"/>
            <a:ext cx="1494790" cy="1766570"/>
          </a:xfrm>
          <a:prstGeom prst="rect">
            <a:avLst/>
          </a:prstGeom>
          <a:noFill/>
        </p:spPr>
        <p:txBody>
          <a:bodyPr wrap="square" lIns="76200" tIns="0" rIns="0" bIns="0" rtlCol="0" anchor="t" anchorCtr="0">
            <a:normAutofit/>
          </a:bodyPr>
          <a:lstStyle/>
          <a:p>
            <a:r>
              <a:rPr lang="zh-CN" altLang="en-US" sz="2000" dirty="0">
                <a:latin typeface="+mj-lt"/>
                <a:ea typeface="+mj-lt"/>
                <a:cs typeface="MiSans Heavy" panose="00000A00000000000000" pitchFamily="2" charset="-122"/>
                <a:sym typeface="MiSans Heavy" panose="00000A00000000000000" pitchFamily="2" charset="-122"/>
              </a:rPr>
              <a:t>无人机操控技术基础</a:t>
            </a:r>
            <a:endParaRPr lang="zh-CN" altLang="en-US" sz="2000" dirty="0">
              <a:latin typeface="+mj-lt"/>
              <a:ea typeface="+mj-lt"/>
              <a:cs typeface="MiSans Heavy" panose="00000A00000000000000" pitchFamily="2" charset="-122"/>
              <a:sym typeface="MiSans Heavy" panose="00000A00000000000000" pitchFamily="2" charset="-122"/>
            </a:endParaRPr>
          </a:p>
        </p:txBody>
      </p:sp>
      <p:sp>
        <p:nvSpPr>
          <p:cNvPr id="51" name="序号"/>
          <p:cNvSpPr txBox="1"/>
          <p:nvPr>
            <p:custDataLst>
              <p:tags r:id="rId10"/>
            </p:custDataLst>
          </p:nvPr>
        </p:nvSpPr>
        <p:spPr>
          <a:xfrm>
            <a:off x="6151880" y="2814320"/>
            <a:ext cx="1495425" cy="774065"/>
          </a:xfrm>
          <a:prstGeom prst="rect">
            <a:avLst/>
          </a:prstGeom>
          <a:noFill/>
        </p:spPr>
        <p:txBody>
          <a:bodyPr wrap="square" lIns="76200" tIns="76200" rIns="0" bIns="0" rtlCol="0" anchor="ctr" anchorCtr="0">
            <a:normAutofit/>
          </a:bodyPr>
          <a:lstStyle/>
          <a:p>
            <a:pPr algn="l"/>
            <a:r>
              <a:rPr lang="en-US" altLang="zh-CN" sz="4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+mj-lt"/>
                <a:ea typeface="+mj-lt"/>
                <a:cs typeface="MiSans Heavy" panose="00000A00000000000000" pitchFamily="2" charset="-122"/>
                <a:sym typeface="+mn-ea"/>
              </a:rPr>
              <a:t>04</a:t>
            </a:r>
            <a:endParaRPr lang="en-US" altLang="zh-CN" sz="4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effectLst/>
              <a:latin typeface="+mj-lt"/>
              <a:ea typeface="+mj-lt"/>
              <a:cs typeface="MiSans Heavy" panose="00000A00000000000000" pitchFamily="2" charset="-122"/>
              <a:sym typeface="+mn-ea"/>
            </a:endParaRPr>
          </a:p>
        </p:txBody>
      </p:sp>
      <p:sp>
        <p:nvSpPr>
          <p:cNvPr id="53" name="标题"/>
          <p:cNvSpPr txBox="1"/>
          <p:nvPr>
            <p:custDataLst>
              <p:tags r:id="rId11"/>
            </p:custDataLst>
          </p:nvPr>
        </p:nvSpPr>
        <p:spPr>
          <a:xfrm>
            <a:off x="6151880" y="4013835"/>
            <a:ext cx="1494790" cy="1766570"/>
          </a:xfrm>
          <a:prstGeom prst="rect">
            <a:avLst/>
          </a:prstGeom>
          <a:noFill/>
        </p:spPr>
        <p:txBody>
          <a:bodyPr wrap="square" lIns="76200" tIns="0" rIns="0" bIns="0" rtlCol="0" anchor="t" anchorCtr="0">
            <a:normAutofit/>
          </a:bodyPr>
          <a:lstStyle/>
          <a:p>
            <a:r>
              <a:rPr lang="zh-CN" altLang="en-US" sz="2000" dirty="0">
                <a:latin typeface="+mj-lt"/>
                <a:ea typeface="+mj-lt"/>
                <a:cs typeface="MiSans Heavy" panose="00000A00000000000000" pitchFamily="2" charset="-122"/>
                <a:sym typeface="MiSans Heavy" panose="00000A00000000000000" pitchFamily="2" charset="-122"/>
              </a:rPr>
              <a:t>无人机应用场景及案例分析</a:t>
            </a:r>
            <a:endParaRPr lang="zh-CN" altLang="en-US" sz="2000" dirty="0">
              <a:latin typeface="+mj-lt"/>
              <a:ea typeface="+mj-lt"/>
              <a:cs typeface="MiSans Heavy" panose="00000A00000000000000" pitchFamily="2" charset="-122"/>
              <a:sym typeface="MiSans Heavy" panose="00000A00000000000000" pitchFamily="2" charset="-122"/>
            </a:endParaRPr>
          </a:p>
        </p:txBody>
      </p:sp>
      <p:sp>
        <p:nvSpPr>
          <p:cNvPr id="13" name="序号"/>
          <p:cNvSpPr txBox="1"/>
          <p:nvPr>
            <p:custDataLst>
              <p:tags r:id="rId12"/>
            </p:custDataLst>
          </p:nvPr>
        </p:nvSpPr>
        <p:spPr>
          <a:xfrm>
            <a:off x="7999095" y="2814320"/>
            <a:ext cx="1495425" cy="774065"/>
          </a:xfrm>
          <a:prstGeom prst="rect">
            <a:avLst/>
          </a:prstGeom>
          <a:noFill/>
        </p:spPr>
        <p:txBody>
          <a:bodyPr wrap="square" lIns="76200" tIns="76200" rIns="0" bIns="0" rtlCol="0" anchor="ctr" anchorCtr="0">
            <a:normAutofit/>
          </a:bodyPr>
          <a:lstStyle/>
          <a:p>
            <a:pPr algn="l"/>
            <a:r>
              <a:rPr lang="en-US" altLang="zh-CN" sz="4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+mj-lt"/>
                <a:ea typeface="+mj-lt"/>
                <a:cs typeface="MiSans Heavy" panose="00000A00000000000000" pitchFamily="2" charset="-122"/>
                <a:sym typeface="+mn-ea"/>
              </a:rPr>
              <a:t>05</a:t>
            </a:r>
            <a:endParaRPr lang="en-US" altLang="zh-CN" sz="4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effectLst/>
              <a:latin typeface="+mj-lt"/>
              <a:ea typeface="+mj-lt"/>
              <a:cs typeface="MiSans Heavy" panose="00000A00000000000000" pitchFamily="2" charset="-122"/>
              <a:sym typeface="+mn-ea"/>
            </a:endParaRPr>
          </a:p>
        </p:txBody>
      </p:sp>
      <p:sp>
        <p:nvSpPr>
          <p:cNvPr id="15" name="标题"/>
          <p:cNvSpPr txBox="1"/>
          <p:nvPr>
            <p:custDataLst>
              <p:tags r:id="rId13"/>
            </p:custDataLst>
          </p:nvPr>
        </p:nvSpPr>
        <p:spPr>
          <a:xfrm>
            <a:off x="7999095" y="4013835"/>
            <a:ext cx="1494790" cy="1766570"/>
          </a:xfrm>
          <a:prstGeom prst="rect">
            <a:avLst/>
          </a:prstGeom>
          <a:noFill/>
        </p:spPr>
        <p:txBody>
          <a:bodyPr wrap="square" lIns="76200" tIns="0" rIns="0" bIns="0" rtlCol="0" anchor="t" anchorCtr="0">
            <a:normAutofit/>
          </a:bodyPr>
          <a:lstStyle/>
          <a:p>
            <a:r>
              <a:rPr lang="zh-CN" altLang="en-US" sz="2000" dirty="0">
                <a:latin typeface="+mj-lt"/>
                <a:ea typeface="+mj-lt"/>
                <a:cs typeface="MiSans Heavy" panose="00000A00000000000000" pitchFamily="2" charset="-122"/>
                <a:sym typeface="MiSans Heavy" panose="00000A00000000000000" pitchFamily="2" charset="-122"/>
              </a:rPr>
              <a:t>无人机未来发展趋势和展望</a:t>
            </a:r>
            <a:endParaRPr lang="zh-CN" altLang="en-US" sz="2000" dirty="0">
              <a:latin typeface="+mj-lt"/>
              <a:ea typeface="+mj-lt"/>
              <a:cs typeface="MiSans Heavy" panose="00000A00000000000000" pitchFamily="2" charset="-122"/>
              <a:sym typeface="MiSans Heavy" panose="00000A00000000000000" pitchFamily="2" charset="-122"/>
            </a:endParaRPr>
          </a:p>
        </p:txBody>
      </p:sp>
      <p:sp>
        <p:nvSpPr>
          <p:cNvPr id="18" name="序号"/>
          <p:cNvSpPr txBox="1"/>
          <p:nvPr>
            <p:custDataLst>
              <p:tags r:id="rId14"/>
            </p:custDataLst>
          </p:nvPr>
        </p:nvSpPr>
        <p:spPr>
          <a:xfrm>
            <a:off x="9846310" y="2814320"/>
            <a:ext cx="1495425" cy="774065"/>
          </a:xfrm>
          <a:prstGeom prst="rect">
            <a:avLst/>
          </a:prstGeom>
          <a:noFill/>
        </p:spPr>
        <p:txBody>
          <a:bodyPr wrap="square" lIns="76200" tIns="76200" rIns="0" bIns="0" rtlCol="0" anchor="ctr" anchorCtr="0">
            <a:normAutofit/>
          </a:bodyPr>
          <a:lstStyle/>
          <a:p>
            <a:pPr algn="l"/>
            <a:r>
              <a:rPr lang="en-US" altLang="zh-CN" sz="40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+mj-lt"/>
                <a:ea typeface="+mj-lt"/>
                <a:cs typeface="MiSans Heavy" panose="00000A00000000000000" pitchFamily="2" charset="-122"/>
                <a:sym typeface="+mn-ea"/>
              </a:rPr>
              <a:t>06</a:t>
            </a:r>
            <a:endParaRPr lang="en-US" altLang="zh-CN" sz="40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effectLst/>
              <a:latin typeface="+mj-lt"/>
              <a:ea typeface="+mj-lt"/>
              <a:cs typeface="MiSans Heavy" panose="00000A00000000000000" pitchFamily="2" charset="-122"/>
              <a:sym typeface="+mn-ea"/>
            </a:endParaRPr>
          </a:p>
        </p:txBody>
      </p:sp>
      <p:sp>
        <p:nvSpPr>
          <p:cNvPr id="22" name="标题"/>
          <p:cNvSpPr txBox="1"/>
          <p:nvPr>
            <p:custDataLst>
              <p:tags r:id="rId15"/>
            </p:custDataLst>
          </p:nvPr>
        </p:nvSpPr>
        <p:spPr>
          <a:xfrm>
            <a:off x="9846310" y="4013835"/>
            <a:ext cx="1494790" cy="1766570"/>
          </a:xfrm>
          <a:prstGeom prst="rect">
            <a:avLst/>
          </a:prstGeom>
          <a:noFill/>
        </p:spPr>
        <p:txBody>
          <a:bodyPr wrap="square" lIns="76200" tIns="0" rIns="0" bIns="0" rtlCol="0" anchor="t" anchorCtr="0">
            <a:normAutofit/>
          </a:bodyPr>
          <a:lstStyle/>
          <a:p>
            <a:r>
              <a:rPr lang="zh-CN" altLang="en-US" sz="2000" dirty="0">
                <a:latin typeface="+mj-lt"/>
                <a:ea typeface="+mj-lt"/>
                <a:cs typeface="MiSans Heavy" panose="00000A00000000000000" pitchFamily="2" charset="-122"/>
                <a:sym typeface="MiSans Heavy" panose="00000A00000000000000" pitchFamily="2" charset="-122"/>
              </a:rPr>
              <a:t>总结与回顾</a:t>
            </a:r>
            <a:endParaRPr lang="zh-CN" altLang="en-US" sz="2000" dirty="0">
              <a:latin typeface="+mj-lt"/>
              <a:ea typeface="+mj-lt"/>
              <a:cs typeface="MiSans Heavy" panose="00000A00000000000000" pitchFamily="2" charset="-122"/>
              <a:sym typeface="MiSans Heavy" panose="00000A00000000000000" pitchFamily="2" charset="-122"/>
            </a:endParaRPr>
          </a:p>
        </p:txBody>
      </p:sp>
      <p:cxnSp>
        <p:nvCxnSpPr>
          <p:cNvPr id="40" name="直接连接符 39"/>
          <p:cNvCxnSpPr/>
          <p:nvPr>
            <p:custDataLst>
              <p:tags r:id="rId16"/>
            </p:custDataLst>
          </p:nvPr>
        </p:nvCxnSpPr>
        <p:spPr>
          <a:xfrm>
            <a:off x="2567305" y="3801110"/>
            <a:ext cx="1016000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tx1">
                    <a:alpha val="0"/>
                  </a:schemeClr>
                </a:gs>
                <a:gs pos="40000">
                  <a:schemeClr val="accent2"/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17"/>
            </p:custDataLst>
          </p:nvPr>
        </p:nvCxnSpPr>
        <p:spPr>
          <a:xfrm>
            <a:off x="4434840" y="3801110"/>
            <a:ext cx="1016000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tx1">
                    <a:alpha val="0"/>
                  </a:schemeClr>
                </a:gs>
                <a:gs pos="40000">
                  <a:schemeClr val="accent2"/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>
            <p:custDataLst>
              <p:tags r:id="rId18"/>
            </p:custDataLst>
          </p:nvPr>
        </p:nvCxnSpPr>
        <p:spPr>
          <a:xfrm>
            <a:off x="6302375" y="3801110"/>
            <a:ext cx="1016000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tx1">
                    <a:alpha val="0"/>
                  </a:schemeClr>
                </a:gs>
                <a:gs pos="40000">
                  <a:schemeClr val="accent2"/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>
            <p:custDataLst>
              <p:tags r:id="rId19"/>
            </p:custDataLst>
          </p:nvPr>
        </p:nvCxnSpPr>
        <p:spPr>
          <a:xfrm>
            <a:off x="8169910" y="3801110"/>
            <a:ext cx="1016000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tx1">
                    <a:alpha val="0"/>
                  </a:schemeClr>
                </a:gs>
                <a:gs pos="40000">
                  <a:schemeClr val="accent2"/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>
            <p:custDataLst>
              <p:tags r:id="rId20"/>
            </p:custDataLst>
          </p:nvPr>
        </p:nvCxnSpPr>
        <p:spPr>
          <a:xfrm>
            <a:off x="10037445" y="3801110"/>
            <a:ext cx="1016000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tx1">
                    <a:alpha val="0"/>
                  </a:schemeClr>
                </a:gs>
                <a:gs pos="40000">
                  <a:schemeClr val="accent2"/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无人机飞行规则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了解飞行规则</a:t>
            </a:r>
            <a:endParaRPr lang="zh-CN" altLang="en-US"/>
          </a:p>
        </p:txBody>
      </p:sp>
      <p:sp>
        <p:nvSpPr>
          <p:cNvPr id="4" name="五边形 16"/>
          <p:cNvSpPr/>
          <p:nvPr>
            <p:custDataLst>
              <p:tags r:id="rId1"/>
            </p:custDataLst>
          </p:nvPr>
        </p:nvSpPr>
        <p:spPr>
          <a:xfrm rot="16200000" flipH="1">
            <a:off x="7128912" y="1615857"/>
            <a:ext cx="855618" cy="248966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5" name="五边形 17"/>
          <p:cNvSpPr/>
          <p:nvPr>
            <p:custDataLst>
              <p:tags r:id="rId2"/>
            </p:custDataLst>
          </p:nvPr>
        </p:nvSpPr>
        <p:spPr>
          <a:xfrm rot="16200000" flipH="1">
            <a:off x="7150060" y="4389398"/>
            <a:ext cx="813383" cy="2234071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6" name="任意多边形 18"/>
          <p:cNvSpPr/>
          <p:nvPr>
            <p:custDataLst>
              <p:tags r:id="rId3"/>
            </p:custDataLst>
          </p:nvPr>
        </p:nvSpPr>
        <p:spPr>
          <a:xfrm>
            <a:off x="6439372" y="2429720"/>
            <a:ext cx="2234071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7" name="任意多边形 19"/>
          <p:cNvSpPr/>
          <p:nvPr>
            <p:custDataLst>
              <p:tags r:id="rId4"/>
            </p:custDataLst>
          </p:nvPr>
        </p:nvSpPr>
        <p:spPr>
          <a:xfrm flipV="1">
            <a:off x="6311846" y="1790165"/>
            <a:ext cx="2489664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8" name="五边形 2"/>
          <p:cNvSpPr/>
          <p:nvPr>
            <p:custDataLst>
              <p:tags r:id="rId5"/>
            </p:custDataLst>
          </p:nvPr>
        </p:nvSpPr>
        <p:spPr>
          <a:xfrm rot="16200000" flipH="1">
            <a:off x="1424826" y="1616498"/>
            <a:ext cx="855618" cy="248820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9" name="五边形 3"/>
          <p:cNvSpPr/>
          <p:nvPr>
            <p:custDataLst>
              <p:tags r:id="rId6"/>
            </p:custDataLst>
          </p:nvPr>
        </p:nvSpPr>
        <p:spPr>
          <a:xfrm rot="16200000" flipH="1">
            <a:off x="1447255" y="4389398"/>
            <a:ext cx="813383" cy="2234071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0" name="任意多边形 4"/>
          <p:cNvSpPr/>
          <p:nvPr>
            <p:custDataLst>
              <p:tags r:id="rId7"/>
            </p:custDataLst>
          </p:nvPr>
        </p:nvSpPr>
        <p:spPr>
          <a:xfrm>
            <a:off x="736567" y="2429720"/>
            <a:ext cx="2234071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1" name="任意多边形 5"/>
          <p:cNvSpPr/>
          <p:nvPr>
            <p:custDataLst>
              <p:tags r:id="rId8"/>
            </p:custDataLst>
          </p:nvPr>
        </p:nvSpPr>
        <p:spPr>
          <a:xfrm flipV="1">
            <a:off x="608400" y="1790165"/>
            <a:ext cx="2488208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3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36567" y="3139126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R="0" lvl="0" indent="0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飞行前进行环境评估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4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439372" y="3139126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lvl="0" indent="0" defTabSz="121920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避免干扰其他飞行器</a:t>
            </a:r>
            <a:endParaRPr sz="2000" dirty="0" err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5" name="五边形 9"/>
          <p:cNvSpPr/>
          <p:nvPr>
            <p:custDataLst>
              <p:tags r:id="rId11"/>
            </p:custDataLst>
          </p:nvPr>
        </p:nvSpPr>
        <p:spPr>
          <a:xfrm rot="16200000" flipH="1">
            <a:off x="4350245" y="1629315"/>
            <a:ext cx="855618" cy="248820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6" name="五边形 10"/>
          <p:cNvSpPr/>
          <p:nvPr>
            <p:custDataLst>
              <p:tags r:id="rId12"/>
            </p:custDataLst>
          </p:nvPr>
        </p:nvSpPr>
        <p:spPr>
          <a:xfrm rot="16200000" flipH="1">
            <a:off x="4372033" y="4402215"/>
            <a:ext cx="813383" cy="2234071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7" name="任意多边形 11"/>
          <p:cNvSpPr/>
          <p:nvPr>
            <p:custDataLst>
              <p:tags r:id="rId13"/>
            </p:custDataLst>
          </p:nvPr>
        </p:nvSpPr>
        <p:spPr>
          <a:xfrm>
            <a:off x="3661346" y="2441896"/>
            <a:ext cx="2234071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8" name="任意多边形 12"/>
          <p:cNvSpPr/>
          <p:nvPr>
            <p:custDataLst>
              <p:tags r:id="rId14"/>
            </p:custDataLst>
          </p:nvPr>
        </p:nvSpPr>
        <p:spPr>
          <a:xfrm flipV="1">
            <a:off x="3533819" y="1803622"/>
            <a:ext cx="2488208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0" name="五边形 23"/>
          <p:cNvSpPr/>
          <p:nvPr>
            <p:custDataLst>
              <p:tags r:id="rId15"/>
            </p:custDataLst>
          </p:nvPr>
        </p:nvSpPr>
        <p:spPr>
          <a:xfrm rot="16200000" flipH="1">
            <a:off x="9906298" y="1654307"/>
            <a:ext cx="855618" cy="248820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1" name="五边形 24"/>
          <p:cNvSpPr/>
          <p:nvPr>
            <p:custDataLst>
              <p:tags r:id="rId16"/>
            </p:custDataLst>
          </p:nvPr>
        </p:nvSpPr>
        <p:spPr>
          <a:xfrm rot="16200000" flipH="1">
            <a:off x="9928087" y="4425926"/>
            <a:ext cx="813383" cy="2235528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3" name="任意多边形 25"/>
          <p:cNvSpPr/>
          <p:nvPr>
            <p:custDataLst>
              <p:tags r:id="rId17"/>
            </p:custDataLst>
          </p:nvPr>
        </p:nvSpPr>
        <p:spPr>
          <a:xfrm>
            <a:off x="9216758" y="2466888"/>
            <a:ext cx="2235528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4" name="任意多边形 26"/>
          <p:cNvSpPr/>
          <p:nvPr>
            <p:custDataLst>
              <p:tags r:id="rId18"/>
            </p:custDataLst>
          </p:nvPr>
        </p:nvSpPr>
        <p:spPr>
          <a:xfrm flipV="1">
            <a:off x="9089872" y="1828615"/>
            <a:ext cx="2488208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9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9217399" y="3176294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lvl="0" indent="0" defTabSz="121920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了解飞行高度和速度限制</a:t>
            </a:r>
            <a:endParaRPr sz="2000" dirty="0" err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30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661346" y="3151302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lvl="0" indent="0" defTabSz="121920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遵守空域规定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遵守飞行法规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608400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963006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6" name="TextBox 2"/>
          <p:cNvSpPr txBox="1"/>
          <p:nvPr>
            <p:custDataLst>
              <p:tags r:id="rId3"/>
            </p:custDataLst>
          </p:nvPr>
        </p:nvSpPr>
        <p:spPr>
          <a:xfrm>
            <a:off x="763381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了解并遵守各种飞行法规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4069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37807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8" name="TextBox 2"/>
          <p:cNvSpPr txBox="1"/>
          <p:nvPr>
            <p:custDataLst>
              <p:tags r:id="rId6"/>
            </p:custDataLst>
          </p:nvPr>
        </p:nvSpPr>
        <p:spPr>
          <a:xfrm>
            <a:off x="3561327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遵循空域管理规定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620110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>
            <p:custDataLst>
              <p:tags r:id="rId8"/>
            </p:custDataLst>
          </p:nvPr>
        </p:nvSpPr>
        <p:spPr>
          <a:xfrm>
            <a:off x="6555710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2" name="TextBox 2"/>
          <p:cNvSpPr txBox="1"/>
          <p:nvPr>
            <p:custDataLst>
              <p:tags r:id="rId9"/>
            </p:custDataLst>
          </p:nvPr>
        </p:nvSpPr>
        <p:spPr>
          <a:xfrm>
            <a:off x="635608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申请飞行许可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矩形 34"/>
          <p:cNvSpPr/>
          <p:nvPr>
            <p:custDataLst>
              <p:tags r:id="rId10"/>
            </p:custDataLst>
          </p:nvPr>
        </p:nvSpPr>
        <p:spPr>
          <a:xfrm>
            <a:off x="89894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93632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3" name="TextBox 2"/>
          <p:cNvSpPr txBox="1"/>
          <p:nvPr>
            <p:custDataLst>
              <p:tags r:id="rId12"/>
            </p:custDataLst>
          </p:nvPr>
        </p:nvSpPr>
        <p:spPr>
          <a:xfrm>
            <a:off x="914446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确保无人机与其它飞行器保持安全距离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飞行高度和速度限制</a:t>
            </a:r>
            <a:endParaRPr lang="zh-CN" altLang="en-US"/>
          </a:p>
        </p:txBody>
      </p:sp>
      <p:sp>
        <p:nvSpPr>
          <p:cNvPr id="31" name="五边形 30"/>
          <p:cNvSpPr/>
          <p:nvPr>
            <p:custDataLst>
              <p:tags r:id="rId1"/>
            </p:custDataLst>
          </p:nvPr>
        </p:nvSpPr>
        <p:spPr>
          <a:xfrm>
            <a:off x="608400" y="3293207"/>
            <a:ext cx="2907318" cy="1181787"/>
          </a:xfrm>
          <a:prstGeom prst="homePlate">
            <a:avLst/>
          </a:prstGeom>
          <a:ln>
            <a:noFill/>
          </a:ln>
          <a:effectLst>
            <a:outerShdw blurRad="50800" dist="38100" algn="l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37" name="燕尾形 36"/>
          <p:cNvSpPr/>
          <p:nvPr>
            <p:custDataLst>
              <p:tags r:id="rId2"/>
            </p:custDataLst>
          </p:nvPr>
        </p:nvSpPr>
        <p:spPr>
          <a:xfrm>
            <a:off x="3220492" y="3293207"/>
            <a:ext cx="2907318" cy="1181787"/>
          </a:xfrm>
          <a:prstGeom prst="chevron">
            <a:avLst/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schemeClr val="accent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5900" rIns="0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38" name="燕尾形 37"/>
          <p:cNvSpPr/>
          <p:nvPr>
            <p:custDataLst>
              <p:tags r:id="rId3"/>
            </p:custDataLst>
          </p:nvPr>
        </p:nvSpPr>
        <p:spPr>
          <a:xfrm>
            <a:off x="8444676" y="3293207"/>
            <a:ext cx="2907318" cy="1181787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>
            <a:outerShdw blurRad="50800" dist="38100" algn="l" rotWithShape="0">
              <a:schemeClr val="accent3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5900" rIns="0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39" name="燕尾形 38"/>
          <p:cNvSpPr/>
          <p:nvPr>
            <p:custDataLst>
              <p:tags r:id="rId4"/>
            </p:custDataLst>
          </p:nvPr>
        </p:nvSpPr>
        <p:spPr>
          <a:xfrm>
            <a:off x="5832584" y="3293207"/>
            <a:ext cx="2907318" cy="1181787"/>
          </a:xfrm>
          <a:prstGeom prst="chevron">
            <a:avLst/>
          </a:prstGeom>
          <a:solidFill>
            <a:schemeClr val="accent6"/>
          </a:solidFill>
          <a:ln>
            <a:noFill/>
          </a:ln>
          <a:effectLst>
            <a:outerShdw blurRad="50800" dist="38100" algn="l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5900" rIns="0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3159684" y="4727038"/>
            <a:ext cx="3135568" cy="1373904"/>
          </a:xfrm>
          <a:prstGeom prst="rect">
            <a:avLst/>
          </a:prstGeom>
          <a:noFill/>
        </p:spPr>
        <p:txBody>
          <a:bodyPr wrap="square" lIns="0" rtlCol="0">
            <a:normAutofit lnSpcReduction="10000"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飞行速度限制：无人机的飞行速度也需要保持在一定的范围内，以确保无人机能够稳定地飞行，并且避免对周围环境和其他飞行器造成威胁。</a:t>
            </a:r>
            <a:endParaRPr lang="zh-CN" altLang="en-US" sz="1400" spc="15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08400" y="1639940"/>
            <a:ext cx="3135568" cy="1414443"/>
          </a:xfrm>
          <a:prstGeom prst="rect">
            <a:avLst/>
          </a:prstGeom>
          <a:noFill/>
        </p:spPr>
        <p:txBody>
          <a:bodyPr wrap="square" lIns="0" rtlCol="0">
            <a:normAutofit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 dirty="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飞行高度限制：无人机在飞行时需要保持在特定的高度范围内，以确保安全和稳定。</a:t>
            </a:r>
            <a:endParaRPr lang="zh-CN" altLang="en-US" sz="1400" spc="150" dirty="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830821" y="1639940"/>
            <a:ext cx="3135568" cy="1414443"/>
          </a:xfrm>
          <a:prstGeom prst="rect">
            <a:avLst/>
          </a:prstGeom>
          <a:noFill/>
        </p:spPr>
        <p:txBody>
          <a:bodyPr wrap="square" lIns="0" rtlCol="0">
            <a:normAutofit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飞行区域限制：无人机在飞行时需要遵守相应的飞行区域限制，以确保不会对其他飞行器和地面人员造成威胁。</a:t>
            </a:r>
            <a:endParaRPr lang="zh-CN" altLang="en-US" sz="1400" spc="15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8442032" y="4727038"/>
            <a:ext cx="3135568" cy="1373904"/>
          </a:xfrm>
          <a:prstGeom prst="rect">
            <a:avLst/>
          </a:prstGeom>
          <a:noFill/>
        </p:spPr>
        <p:txBody>
          <a:bodyPr wrap="square" lIns="0" rtlCol="0">
            <a:normAutofit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特殊情况下的飞行限制：在某些特殊情况下，如恶劣天气、夜间飞行等，无人机的飞行规则和限制会更加严格。</a:t>
            </a:r>
            <a:endParaRPr lang="zh-CN" altLang="en-US" sz="1400" spc="15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飞行距离限制</a:t>
            </a:r>
            <a:endParaRPr lang="zh-CN" altLang="en-US"/>
          </a:p>
        </p:txBody>
      </p:sp>
      <p:sp>
        <p:nvSpPr>
          <p:cNvPr id="263" name="椭圆 262"/>
          <p:cNvSpPr/>
          <p:nvPr>
            <p:custDataLst>
              <p:tags r:id="rId1"/>
            </p:custDataLst>
          </p:nvPr>
        </p:nvSpPr>
        <p:spPr>
          <a:xfrm>
            <a:off x="2414161" y="4122271"/>
            <a:ext cx="7357168" cy="1924802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10000"/>
                </a:schemeClr>
              </a:gs>
              <a:gs pos="25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4" name="椭圆 263"/>
          <p:cNvSpPr/>
          <p:nvPr>
            <p:custDataLst>
              <p:tags r:id="rId2"/>
            </p:custDataLst>
          </p:nvPr>
        </p:nvSpPr>
        <p:spPr>
          <a:xfrm>
            <a:off x="3266392" y="4202657"/>
            <a:ext cx="5578093" cy="1652953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10000"/>
                </a:schemeClr>
              </a:gs>
              <a:gs pos="25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chemeClr val="accent1"/>
            </a:solidFill>
            <a:prstDash val="dash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5" name="椭圆 264"/>
          <p:cNvSpPr/>
          <p:nvPr>
            <p:custDataLst>
              <p:tags r:id="rId3"/>
            </p:custDataLst>
          </p:nvPr>
        </p:nvSpPr>
        <p:spPr>
          <a:xfrm>
            <a:off x="4064378" y="4439243"/>
            <a:ext cx="3981222" cy="1179753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6" name="椭圆 265"/>
          <p:cNvSpPr/>
          <p:nvPr>
            <p:custDataLst>
              <p:tags r:id="rId4"/>
            </p:custDataLst>
          </p:nvPr>
        </p:nvSpPr>
        <p:spPr>
          <a:xfrm>
            <a:off x="4738842" y="4639229"/>
            <a:ext cx="2632042" cy="779952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chemeClr val="accent1">
                <a:alpha val="15000"/>
              </a:schemeClr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7" name="椭圆 266"/>
          <p:cNvSpPr/>
          <p:nvPr>
            <p:custDataLst>
              <p:tags r:id="rId5"/>
            </p:custDataLst>
          </p:nvPr>
        </p:nvSpPr>
        <p:spPr>
          <a:xfrm>
            <a:off x="5430299" y="4843791"/>
            <a:ext cx="1513964" cy="448632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softEdge rad="114300"/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268" name="直接连接符 267"/>
          <p:cNvCxnSpPr/>
          <p:nvPr>
            <p:custDataLst>
              <p:tags r:id="rId6"/>
            </p:custDataLst>
          </p:nvPr>
        </p:nvCxnSpPr>
        <p:spPr>
          <a:xfrm>
            <a:off x="2869686" y="4769286"/>
            <a:ext cx="0" cy="847465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sp>
        <p:nvSpPr>
          <p:cNvPr id="269" name="椭圆 268"/>
          <p:cNvSpPr/>
          <p:nvPr>
            <p:custDataLst>
              <p:tags r:id="rId7"/>
            </p:custDataLst>
          </p:nvPr>
        </p:nvSpPr>
        <p:spPr>
          <a:xfrm flipV="1">
            <a:off x="2778189" y="4583024"/>
            <a:ext cx="174876" cy="174869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70" name="椭圆 269"/>
          <p:cNvSpPr/>
          <p:nvPr>
            <p:custDataLst>
              <p:tags r:id="rId8"/>
            </p:custDataLst>
          </p:nvPr>
        </p:nvSpPr>
        <p:spPr>
          <a:xfrm flipV="1">
            <a:off x="2820017" y="4625505"/>
            <a:ext cx="90609" cy="90605"/>
          </a:xfrm>
          <a:prstGeom prst="ellipse">
            <a:avLst/>
          </a:prstGeom>
          <a:solidFill>
            <a:schemeClr val="accent1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71" name="椭圆 270"/>
          <p:cNvSpPr/>
          <p:nvPr>
            <p:custDataLst>
              <p:tags r:id="rId9"/>
            </p:custDataLst>
          </p:nvPr>
        </p:nvSpPr>
        <p:spPr>
          <a:xfrm flipV="1">
            <a:off x="7787004" y="3768700"/>
            <a:ext cx="105273" cy="10527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272" name="直接连接符 271"/>
          <p:cNvCxnSpPr/>
          <p:nvPr>
            <p:custDataLst>
              <p:tags r:id="rId10"/>
            </p:custDataLst>
          </p:nvPr>
        </p:nvCxnSpPr>
        <p:spPr>
          <a:xfrm>
            <a:off x="7839942" y="3883724"/>
            <a:ext cx="0" cy="1924802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sp>
        <p:nvSpPr>
          <p:cNvPr id="273" name="椭圆 272"/>
          <p:cNvSpPr/>
          <p:nvPr>
            <p:custDataLst>
              <p:tags r:id="rId11"/>
            </p:custDataLst>
          </p:nvPr>
        </p:nvSpPr>
        <p:spPr>
          <a:xfrm flipV="1">
            <a:off x="4010133" y="3643218"/>
            <a:ext cx="387628" cy="387616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274" name="直接连接符 273"/>
          <p:cNvCxnSpPr/>
          <p:nvPr>
            <p:custDataLst>
              <p:tags r:id="rId12"/>
            </p:custDataLst>
          </p:nvPr>
        </p:nvCxnSpPr>
        <p:spPr>
          <a:xfrm>
            <a:off x="4202931" y="4062797"/>
            <a:ext cx="0" cy="1017061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cxnSp>
        <p:nvCxnSpPr>
          <p:cNvPr id="275" name="直接连接符 274"/>
          <p:cNvCxnSpPr/>
          <p:nvPr>
            <p:custDataLst>
              <p:tags r:id="rId13"/>
            </p:custDataLst>
          </p:nvPr>
        </p:nvCxnSpPr>
        <p:spPr>
          <a:xfrm>
            <a:off x="7130839" y="3750400"/>
            <a:ext cx="0" cy="847465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sp>
        <p:nvSpPr>
          <p:cNvPr id="276" name="椭圆 275"/>
          <p:cNvSpPr/>
          <p:nvPr>
            <p:custDataLst>
              <p:tags r:id="rId14"/>
            </p:custDataLst>
          </p:nvPr>
        </p:nvSpPr>
        <p:spPr>
          <a:xfrm flipV="1">
            <a:off x="7039342" y="3564138"/>
            <a:ext cx="174876" cy="174869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77" name="椭圆 276"/>
          <p:cNvSpPr/>
          <p:nvPr>
            <p:custDataLst>
              <p:tags r:id="rId15"/>
            </p:custDataLst>
          </p:nvPr>
        </p:nvSpPr>
        <p:spPr>
          <a:xfrm flipV="1">
            <a:off x="7081169" y="3606619"/>
            <a:ext cx="90609" cy="90605"/>
          </a:xfrm>
          <a:prstGeom prst="ellipse">
            <a:avLst/>
          </a:prstGeom>
          <a:solidFill>
            <a:schemeClr val="accent1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78" name="椭圆 277"/>
          <p:cNvSpPr/>
          <p:nvPr>
            <p:custDataLst>
              <p:tags r:id="rId16"/>
            </p:custDataLst>
          </p:nvPr>
        </p:nvSpPr>
        <p:spPr>
          <a:xfrm flipV="1">
            <a:off x="3758516" y="4424865"/>
            <a:ext cx="105273" cy="10527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279" name="直接连接符 278"/>
          <p:cNvCxnSpPr/>
          <p:nvPr>
            <p:custDataLst>
              <p:tags r:id="rId17"/>
            </p:custDataLst>
          </p:nvPr>
        </p:nvCxnSpPr>
        <p:spPr>
          <a:xfrm>
            <a:off x="3811453" y="4539890"/>
            <a:ext cx="0" cy="1112963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sp>
        <p:nvSpPr>
          <p:cNvPr id="280" name="椭圆 279"/>
          <p:cNvSpPr/>
          <p:nvPr>
            <p:custDataLst>
              <p:tags r:id="rId18"/>
            </p:custDataLst>
          </p:nvPr>
        </p:nvSpPr>
        <p:spPr>
          <a:xfrm flipV="1">
            <a:off x="8529438" y="4660797"/>
            <a:ext cx="264040" cy="264032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281" name="直接连接符 280"/>
          <p:cNvCxnSpPr/>
          <p:nvPr>
            <p:custDataLst>
              <p:tags r:id="rId19"/>
            </p:custDataLst>
          </p:nvPr>
        </p:nvCxnSpPr>
        <p:spPr>
          <a:xfrm>
            <a:off x="8660148" y="4953588"/>
            <a:ext cx="0" cy="412902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sp>
        <p:nvSpPr>
          <p:cNvPr id="282" name="椭圆 281"/>
          <p:cNvSpPr/>
          <p:nvPr>
            <p:custDataLst>
              <p:tags r:id="rId20"/>
            </p:custDataLst>
          </p:nvPr>
        </p:nvSpPr>
        <p:spPr>
          <a:xfrm flipV="1">
            <a:off x="4949286" y="4972540"/>
            <a:ext cx="327062" cy="32705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283" name="直接连接符 282"/>
          <p:cNvCxnSpPr/>
          <p:nvPr>
            <p:custDataLst>
              <p:tags r:id="rId21"/>
            </p:custDataLst>
          </p:nvPr>
        </p:nvCxnSpPr>
        <p:spPr>
          <a:xfrm>
            <a:off x="5110059" y="5351600"/>
            <a:ext cx="0" cy="722502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</p:cxnSp>
      <p:sp>
        <p:nvSpPr>
          <p:cNvPr id="284" name="图形 15"/>
          <p:cNvSpPr/>
          <p:nvPr>
            <p:custDataLst>
              <p:tags r:id="rId22"/>
            </p:custDataLst>
          </p:nvPr>
        </p:nvSpPr>
        <p:spPr>
          <a:xfrm>
            <a:off x="5016602" y="5042470"/>
            <a:ext cx="187014" cy="182226"/>
          </a:xfrm>
          <a:custGeom>
            <a:avLst/>
            <a:gdLst>
              <a:gd name="connsiteX0" fmla="*/ 754063 w 1547773"/>
              <a:gd name="connsiteY0" fmla="*/ 19 h 1508143"/>
              <a:gd name="connsiteX1" fmla="*/ 1066998 w 1547773"/>
              <a:gd name="connsiteY1" fmla="*/ 67805 h 1508143"/>
              <a:gd name="connsiteX2" fmla="*/ 947341 w 1547773"/>
              <a:gd name="connsiteY2" fmla="*/ 181430 h 1508143"/>
              <a:gd name="connsiteX3" fmla="*/ 916583 w 1547773"/>
              <a:gd name="connsiteY3" fmla="*/ 293944 h 1508143"/>
              <a:gd name="connsiteX4" fmla="*/ 918766 w 1547773"/>
              <a:gd name="connsiteY4" fmla="*/ 301406 h 1508143"/>
              <a:gd name="connsiteX5" fmla="*/ 936784 w 1547773"/>
              <a:gd name="connsiteY5" fmla="*/ 357484 h 1508143"/>
              <a:gd name="connsiteX6" fmla="*/ 754063 w 1547773"/>
              <a:gd name="connsiteY6" fmla="*/ 317519 h 1508143"/>
              <a:gd name="connsiteX7" fmla="*/ 317500 w 1547773"/>
              <a:gd name="connsiteY7" fmla="*/ 754081 h 1508143"/>
              <a:gd name="connsiteX8" fmla="*/ 754063 w 1547773"/>
              <a:gd name="connsiteY8" fmla="*/ 1190644 h 1508143"/>
              <a:gd name="connsiteX9" fmla="*/ 1190625 w 1547773"/>
              <a:gd name="connsiteY9" fmla="*/ 754081 h 1508143"/>
              <a:gd name="connsiteX10" fmla="*/ 1163280 w 1547773"/>
              <a:gd name="connsiteY10" fmla="*/ 601681 h 1508143"/>
              <a:gd name="connsiteX11" fmla="*/ 1264722 w 1547773"/>
              <a:gd name="connsiteY11" fmla="*/ 630455 h 1508143"/>
              <a:gd name="connsiteX12" fmla="*/ 1373148 w 1547773"/>
              <a:gd name="connsiteY12" fmla="*/ 586640 h 1508143"/>
              <a:gd name="connsiteX13" fmla="*/ 1378188 w 1547773"/>
              <a:gd name="connsiteY13" fmla="*/ 581639 h 1508143"/>
              <a:gd name="connsiteX14" fmla="*/ 1462326 w 1547773"/>
              <a:gd name="connsiteY14" fmla="*/ 494604 h 1508143"/>
              <a:gd name="connsiteX15" fmla="*/ 1508125 w 1547773"/>
              <a:gd name="connsiteY15" fmla="*/ 754081 h 1508143"/>
              <a:gd name="connsiteX16" fmla="*/ 754063 w 1547773"/>
              <a:gd name="connsiteY16" fmla="*/ 1508144 h 1508143"/>
              <a:gd name="connsiteX17" fmla="*/ 0 w 1547773"/>
              <a:gd name="connsiteY17" fmla="*/ 754081 h 1508143"/>
              <a:gd name="connsiteX18" fmla="*/ 754063 w 1547773"/>
              <a:gd name="connsiteY18" fmla="*/ 19 h 1508143"/>
              <a:gd name="connsiteX19" fmla="*/ 754063 w 1547773"/>
              <a:gd name="connsiteY19" fmla="*/ 436581 h 1508143"/>
              <a:gd name="connsiteX20" fmla="*/ 895429 w 1547773"/>
              <a:gd name="connsiteY20" fmla="*/ 469720 h 1508143"/>
              <a:gd name="connsiteX21" fmla="*/ 700842 w 1547773"/>
              <a:gd name="connsiteY21" fmla="*/ 673952 h 1508143"/>
              <a:gd name="connsiteX22" fmla="*/ 720765 w 1547773"/>
              <a:gd name="connsiteY22" fmla="*/ 828138 h 1508143"/>
              <a:gd name="connsiteX23" fmla="*/ 887889 w 1547773"/>
              <a:gd name="connsiteY23" fmla="*/ 833139 h 1508143"/>
              <a:gd name="connsiteX24" fmla="*/ 892294 w 1547773"/>
              <a:gd name="connsiteY24" fmla="*/ 829170 h 1508143"/>
              <a:gd name="connsiteX25" fmla="*/ 1059299 w 1547773"/>
              <a:gd name="connsiteY25" fmla="*/ 666372 h 1508143"/>
              <a:gd name="connsiteX26" fmla="*/ 841864 w 1547773"/>
              <a:gd name="connsiteY26" fmla="*/ 1059226 h 1508143"/>
              <a:gd name="connsiteX27" fmla="*/ 449010 w 1547773"/>
              <a:gd name="connsiteY27" fmla="*/ 841791 h 1508143"/>
              <a:gd name="connsiteX28" fmla="*/ 666445 w 1547773"/>
              <a:gd name="connsiteY28" fmla="*/ 448936 h 1508143"/>
              <a:gd name="connsiteX29" fmla="*/ 754063 w 1547773"/>
              <a:gd name="connsiteY29" fmla="*/ 436581 h 1508143"/>
              <a:gd name="connsiteX30" fmla="*/ 1290876 w 1547773"/>
              <a:gd name="connsiteY30" fmla="*/ 11330 h 1508143"/>
              <a:gd name="connsiteX31" fmla="*/ 1300202 w 1547773"/>
              <a:gd name="connsiteY31" fmla="*/ 26451 h 1508143"/>
              <a:gd name="connsiteX32" fmla="*/ 1355368 w 1547773"/>
              <a:gd name="connsiteY32" fmla="*/ 192543 h 1508143"/>
              <a:gd name="connsiteX33" fmla="*/ 1521341 w 1547773"/>
              <a:gd name="connsiteY33" fmla="*/ 247629 h 1508143"/>
              <a:gd name="connsiteX34" fmla="*/ 1545787 w 1547773"/>
              <a:gd name="connsiteY34" fmla="*/ 296463 h 1508143"/>
              <a:gd name="connsiteX35" fmla="*/ 1536502 w 1547773"/>
              <a:gd name="connsiteY35" fmla="*/ 311526 h 1508143"/>
              <a:gd name="connsiteX36" fmla="*/ 1313259 w 1547773"/>
              <a:gd name="connsiteY36" fmla="*/ 534808 h 1508143"/>
              <a:gd name="connsiteX37" fmla="*/ 1234202 w 1547773"/>
              <a:gd name="connsiteY37" fmla="*/ 553461 h 1508143"/>
              <a:gd name="connsiteX38" fmla="*/ 1115854 w 1547773"/>
              <a:gd name="connsiteY38" fmla="*/ 513853 h 1508143"/>
              <a:gd name="connsiteX39" fmla="*/ 852884 w 1547773"/>
              <a:gd name="connsiteY39" fmla="*/ 776822 h 1508143"/>
              <a:gd name="connsiteX40" fmla="*/ 771009 w 1547773"/>
              <a:gd name="connsiteY40" fmla="*/ 778303 h 1508143"/>
              <a:gd name="connsiteX41" fmla="*/ 769528 w 1547773"/>
              <a:gd name="connsiteY41" fmla="*/ 696428 h 1508143"/>
              <a:gd name="connsiteX42" fmla="*/ 771009 w 1547773"/>
              <a:gd name="connsiteY42" fmla="*/ 694947 h 1508143"/>
              <a:gd name="connsiteX43" fmla="*/ 1033423 w 1547773"/>
              <a:gd name="connsiteY43" fmla="*/ 432533 h 1508143"/>
              <a:gd name="connsiteX44" fmla="*/ 994132 w 1547773"/>
              <a:gd name="connsiteY44" fmla="*/ 313471 h 1508143"/>
              <a:gd name="connsiteX45" fmla="*/ 1012904 w 1547773"/>
              <a:gd name="connsiteY45" fmla="*/ 234731 h 1508143"/>
              <a:gd name="connsiteX46" fmla="*/ 1236305 w 1547773"/>
              <a:gd name="connsiteY46" fmla="*/ 11290 h 1508143"/>
              <a:gd name="connsiteX47" fmla="*/ 1290876 w 1547773"/>
              <a:gd name="connsiteY47" fmla="*/ 11290 h 1508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547773" h="1508143">
                <a:moveTo>
                  <a:pt x="754063" y="19"/>
                </a:moveTo>
                <a:cubicBezTo>
                  <a:pt x="865704" y="19"/>
                  <a:pt x="971669" y="24268"/>
                  <a:pt x="1066998" y="67805"/>
                </a:cubicBezTo>
                <a:lnTo>
                  <a:pt x="947341" y="181430"/>
                </a:lnTo>
                <a:cubicBezTo>
                  <a:pt x="917906" y="210853"/>
                  <a:pt x="906210" y="253639"/>
                  <a:pt x="916583" y="293944"/>
                </a:cubicBezTo>
                <a:lnTo>
                  <a:pt x="918766" y="301406"/>
                </a:lnTo>
                <a:lnTo>
                  <a:pt x="936784" y="357484"/>
                </a:lnTo>
                <a:cubicBezTo>
                  <a:pt x="879496" y="331069"/>
                  <a:pt x="817147" y="317432"/>
                  <a:pt x="754063" y="317519"/>
                </a:cubicBezTo>
                <a:cubicBezTo>
                  <a:pt x="512961" y="317519"/>
                  <a:pt x="317500" y="512980"/>
                  <a:pt x="317500" y="754081"/>
                </a:cubicBezTo>
                <a:cubicBezTo>
                  <a:pt x="317500" y="995183"/>
                  <a:pt x="512961" y="1190644"/>
                  <a:pt x="754063" y="1190644"/>
                </a:cubicBezTo>
                <a:cubicBezTo>
                  <a:pt x="995164" y="1190644"/>
                  <a:pt x="1190625" y="995183"/>
                  <a:pt x="1190625" y="754081"/>
                </a:cubicBezTo>
                <a:cubicBezTo>
                  <a:pt x="1190625" y="700503"/>
                  <a:pt x="1180981" y="649147"/>
                  <a:pt x="1163280" y="601681"/>
                </a:cubicBezTo>
                <a:lnTo>
                  <a:pt x="1264722" y="630455"/>
                </a:lnTo>
                <a:cubicBezTo>
                  <a:pt x="1304766" y="643829"/>
                  <a:pt x="1342509" y="616366"/>
                  <a:pt x="1373148" y="586640"/>
                </a:cubicBezTo>
                <a:lnTo>
                  <a:pt x="1378188" y="581639"/>
                </a:lnTo>
                <a:lnTo>
                  <a:pt x="1462326" y="494604"/>
                </a:lnTo>
                <a:cubicBezTo>
                  <a:pt x="1492732" y="577730"/>
                  <a:pt x="1508236" y="665569"/>
                  <a:pt x="1508125" y="754081"/>
                </a:cubicBezTo>
                <a:cubicBezTo>
                  <a:pt x="1508125" y="1170522"/>
                  <a:pt x="1170503" y="1508144"/>
                  <a:pt x="754063" y="1508144"/>
                </a:cubicBezTo>
                <a:cubicBezTo>
                  <a:pt x="337622" y="1508144"/>
                  <a:pt x="0" y="1170522"/>
                  <a:pt x="0" y="754081"/>
                </a:cubicBezTo>
                <a:cubicBezTo>
                  <a:pt x="0" y="337640"/>
                  <a:pt x="337622" y="19"/>
                  <a:pt x="754063" y="19"/>
                </a:cubicBezTo>
                <a:close/>
                <a:moveTo>
                  <a:pt x="754063" y="436581"/>
                </a:moveTo>
                <a:cubicBezTo>
                  <a:pt x="804862" y="436581"/>
                  <a:pt x="852845" y="448487"/>
                  <a:pt x="895429" y="469720"/>
                </a:cubicBezTo>
                <a:lnTo>
                  <a:pt x="700842" y="673952"/>
                </a:lnTo>
                <a:cubicBezTo>
                  <a:pt x="666393" y="708401"/>
                  <a:pt x="677188" y="786784"/>
                  <a:pt x="720765" y="828138"/>
                </a:cubicBezTo>
                <a:cubicBezTo>
                  <a:pt x="762595" y="867826"/>
                  <a:pt x="850463" y="864016"/>
                  <a:pt x="887889" y="833139"/>
                </a:cubicBezTo>
                <a:lnTo>
                  <a:pt x="892294" y="829170"/>
                </a:lnTo>
                <a:lnTo>
                  <a:pt x="1059299" y="666372"/>
                </a:lnTo>
                <a:cubicBezTo>
                  <a:pt x="1107740" y="834899"/>
                  <a:pt x="1010390" y="1010785"/>
                  <a:pt x="841864" y="1059226"/>
                </a:cubicBezTo>
                <a:cubicBezTo>
                  <a:pt x="673337" y="1107667"/>
                  <a:pt x="497450" y="1010317"/>
                  <a:pt x="449010" y="841791"/>
                </a:cubicBezTo>
                <a:cubicBezTo>
                  <a:pt x="400569" y="673264"/>
                  <a:pt x="497918" y="497377"/>
                  <a:pt x="666445" y="448936"/>
                </a:cubicBezTo>
                <a:cubicBezTo>
                  <a:pt x="694931" y="440749"/>
                  <a:pt x="724423" y="436590"/>
                  <a:pt x="754063" y="436581"/>
                </a:cubicBezTo>
                <a:close/>
                <a:moveTo>
                  <a:pt x="1290876" y="11330"/>
                </a:moveTo>
                <a:cubicBezTo>
                  <a:pt x="1295118" y="15577"/>
                  <a:pt x="1298311" y="20754"/>
                  <a:pt x="1300202" y="26451"/>
                </a:cubicBezTo>
                <a:lnTo>
                  <a:pt x="1355368" y="192543"/>
                </a:lnTo>
                <a:lnTo>
                  <a:pt x="1521341" y="247629"/>
                </a:lnTo>
                <a:cubicBezTo>
                  <a:pt x="1541577" y="254363"/>
                  <a:pt x="1552522" y="276227"/>
                  <a:pt x="1545787" y="296463"/>
                </a:cubicBezTo>
                <a:cubicBezTo>
                  <a:pt x="1543900" y="302135"/>
                  <a:pt x="1540721" y="307291"/>
                  <a:pt x="1536502" y="311526"/>
                </a:cubicBezTo>
                <a:lnTo>
                  <a:pt x="1313259" y="534808"/>
                </a:lnTo>
                <a:cubicBezTo>
                  <a:pt x="1292573" y="555509"/>
                  <a:pt x="1261960" y="562732"/>
                  <a:pt x="1234202" y="553461"/>
                </a:cubicBezTo>
                <a:lnTo>
                  <a:pt x="1115854" y="513853"/>
                </a:lnTo>
                <a:lnTo>
                  <a:pt x="852884" y="776822"/>
                </a:lnTo>
                <a:cubicBezTo>
                  <a:pt x="830684" y="799840"/>
                  <a:pt x="794027" y="800504"/>
                  <a:pt x="771009" y="778303"/>
                </a:cubicBezTo>
                <a:cubicBezTo>
                  <a:pt x="747991" y="756103"/>
                  <a:pt x="747328" y="719446"/>
                  <a:pt x="769528" y="696428"/>
                </a:cubicBezTo>
                <a:cubicBezTo>
                  <a:pt x="770013" y="695925"/>
                  <a:pt x="770506" y="695432"/>
                  <a:pt x="771009" y="694947"/>
                </a:cubicBezTo>
                <a:lnTo>
                  <a:pt x="1033423" y="432533"/>
                </a:lnTo>
                <a:lnTo>
                  <a:pt x="994132" y="313471"/>
                </a:lnTo>
                <a:cubicBezTo>
                  <a:pt x="985023" y="285785"/>
                  <a:pt x="992284" y="255328"/>
                  <a:pt x="1012904" y="234731"/>
                </a:cubicBezTo>
                <a:lnTo>
                  <a:pt x="1236305" y="11290"/>
                </a:lnTo>
                <a:cubicBezTo>
                  <a:pt x="1251381" y="-3763"/>
                  <a:pt x="1275800" y="-3763"/>
                  <a:pt x="1290876" y="1129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80000"/>
                </a:srgbClr>
              </a:gs>
            </a:gsLst>
            <a:lin ang="5400000" scaled="1"/>
          </a:gradFill>
          <a:ln w="819" cap="flat">
            <a:noFill/>
            <a:prstDash val="solid"/>
            <a:miter/>
          </a:ln>
          <a:effectLst>
            <a:outerShdw blurRad="76200" dist="38100" dir="8100000" algn="tr" rotWithShape="0">
              <a:schemeClr val="accent1">
                <a:lumMod val="75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285" name="图形 19"/>
          <p:cNvSpPr/>
          <p:nvPr>
            <p:custDataLst>
              <p:tags r:id="rId23"/>
            </p:custDataLst>
          </p:nvPr>
        </p:nvSpPr>
        <p:spPr>
          <a:xfrm>
            <a:off x="8597408" y="4734648"/>
            <a:ext cx="128077" cy="115335"/>
          </a:xfrm>
          <a:custGeom>
            <a:avLst/>
            <a:gdLst>
              <a:gd name="connsiteX0" fmla="*/ 1043984 w 1521932"/>
              <a:gd name="connsiteY0" fmla="*/ 0 h 1370507"/>
              <a:gd name="connsiteX1" fmla="*/ 1273457 w 1521932"/>
              <a:gd name="connsiteY1" fmla="*/ 132834 h 1370507"/>
              <a:gd name="connsiteX2" fmla="*/ 1504359 w 1521932"/>
              <a:gd name="connsiteY2" fmla="*/ 534988 h 1370507"/>
              <a:gd name="connsiteX3" fmla="*/ 1483920 w 1521932"/>
              <a:gd name="connsiteY3" fmla="*/ 693658 h 1370507"/>
              <a:gd name="connsiteX4" fmla="*/ 856858 w 1521932"/>
              <a:gd name="connsiteY4" fmla="*/ 1330960 h 1370507"/>
              <a:gd name="connsiteX5" fmla="*/ 669795 w 1521932"/>
              <a:gd name="connsiteY5" fmla="*/ 1332561 h 1370507"/>
              <a:gd name="connsiteX6" fmla="*/ 666358 w 1521932"/>
              <a:gd name="connsiteY6" fmla="*/ 1329055 h 1370507"/>
              <a:gd name="connsiteX7" fmla="*/ 36160 w 1521932"/>
              <a:gd name="connsiteY7" fmla="*/ 662384 h 1370507"/>
              <a:gd name="connsiteX8" fmla="*/ 19174 w 1521932"/>
              <a:gd name="connsiteY8" fmla="*/ 502920 h 1370507"/>
              <a:gd name="connsiteX9" fmla="*/ 246861 w 1521932"/>
              <a:gd name="connsiteY9" fmla="*/ 127476 h 1370507"/>
              <a:gd name="connsiteX10" fmla="*/ 473040 w 1521932"/>
              <a:gd name="connsiteY10" fmla="*/ 0 h 1370507"/>
              <a:gd name="connsiteX11" fmla="*/ 1043984 w 1521932"/>
              <a:gd name="connsiteY11" fmla="*/ 0 h 1370507"/>
              <a:gd name="connsiteX12" fmla="*/ 1107405 w 1521932"/>
              <a:gd name="connsiteY12" fmla="*/ 549235 h 1370507"/>
              <a:gd name="connsiteX13" fmla="*/ 1023228 w 1521932"/>
              <a:gd name="connsiteY13" fmla="*/ 549235 h 1370507"/>
              <a:gd name="connsiteX14" fmla="*/ 756607 w 1521932"/>
              <a:gd name="connsiteY14" fmla="*/ 815816 h 1370507"/>
              <a:gd name="connsiteX15" fmla="*/ 490026 w 1521932"/>
              <a:gd name="connsiteY15" fmla="*/ 549235 h 1370507"/>
              <a:gd name="connsiteX16" fmla="*/ 405849 w 1521932"/>
              <a:gd name="connsiteY16" fmla="*/ 547772 h 1370507"/>
              <a:gd name="connsiteX17" fmla="*/ 404386 w 1521932"/>
              <a:gd name="connsiteY17" fmla="*/ 631949 h 1370507"/>
              <a:gd name="connsiteX18" fmla="*/ 405849 w 1521932"/>
              <a:gd name="connsiteY18" fmla="*/ 633413 h 1370507"/>
              <a:gd name="connsiteX19" fmla="*/ 714538 w 1521932"/>
              <a:gd name="connsiteY19" fmla="*/ 942102 h 1370507"/>
              <a:gd name="connsiteX20" fmla="*/ 798715 w 1521932"/>
              <a:gd name="connsiteY20" fmla="*/ 942102 h 1370507"/>
              <a:gd name="connsiteX21" fmla="*/ 1107405 w 1521932"/>
              <a:gd name="connsiteY21" fmla="*/ 633413 h 1370507"/>
              <a:gd name="connsiteX22" fmla="*/ 1107405 w 1521932"/>
              <a:gd name="connsiteY22" fmla="*/ 549235 h 1370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521932" h="1370507">
                <a:moveTo>
                  <a:pt x="1043984" y="0"/>
                </a:moveTo>
                <a:cubicBezTo>
                  <a:pt x="1138743" y="-6"/>
                  <a:pt x="1226270" y="50660"/>
                  <a:pt x="1273457" y="132834"/>
                </a:cubicBezTo>
                <a:lnTo>
                  <a:pt x="1504359" y="534988"/>
                </a:lnTo>
                <a:cubicBezTo>
                  <a:pt x="1533926" y="586471"/>
                  <a:pt x="1525569" y="651348"/>
                  <a:pt x="1483920" y="693658"/>
                </a:cubicBezTo>
                <a:lnTo>
                  <a:pt x="856858" y="1330960"/>
                </a:lnTo>
                <a:cubicBezTo>
                  <a:pt x="805644" y="1383058"/>
                  <a:pt x="721893" y="1383775"/>
                  <a:pt x="669795" y="1332561"/>
                </a:cubicBezTo>
                <a:cubicBezTo>
                  <a:pt x="668627" y="1331414"/>
                  <a:pt x="667481" y="1330245"/>
                  <a:pt x="666358" y="1329055"/>
                </a:cubicBezTo>
                <a:lnTo>
                  <a:pt x="36160" y="662384"/>
                </a:lnTo>
                <a:cubicBezTo>
                  <a:pt x="-4751" y="619113"/>
                  <a:pt x="-11704" y="553839"/>
                  <a:pt x="19174" y="502920"/>
                </a:cubicBezTo>
                <a:lnTo>
                  <a:pt x="246861" y="127476"/>
                </a:lnTo>
                <a:cubicBezTo>
                  <a:pt x="294792" y="48374"/>
                  <a:pt x="380549" y="41"/>
                  <a:pt x="473040" y="0"/>
                </a:cubicBezTo>
                <a:lnTo>
                  <a:pt x="1043984" y="0"/>
                </a:lnTo>
                <a:close/>
                <a:moveTo>
                  <a:pt x="1107405" y="549235"/>
                </a:moveTo>
                <a:cubicBezTo>
                  <a:pt x="1084158" y="525995"/>
                  <a:pt x="1046475" y="525995"/>
                  <a:pt x="1023228" y="549235"/>
                </a:cubicBezTo>
                <a:lnTo>
                  <a:pt x="756607" y="815816"/>
                </a:lnTo>
                <a:lnTo>
                  <a:pt x="490026" y="549235"/>
                </a:lnTo>
                <a:cubicBezTo>
                  <a:pt x="467185" y="525586"/>
                  <a:pt x="429498" y="524931"/>
                  <a:pt x="405849" y="547772"/>
                </a:cubicBezTo>
                <a:cubicBezTo>
                  <a:pt x="382200" y="570613"/>
                  <a:pt x="381545" y="608301"/>
                  <a:pt x="404386" y="631949"/>
                </a:cubicBezTo>
                <a:cubicBezTo>
                  <a:pt x="404865" y="632446"/>
                  <a:pt x="405353" y="632933"/>
                  <a:pt x="405849" y="633413"/>
                </a:cubicBezTo>
                <a:lnTo>
                  <a:pt x="714538" y="942102"/>
                </a:lnTo>
                <a:cubicBezTo>
                  <a:pt x="737785" y="965342"/>
                  <a:pt x="775469" y="965342"/>
                  <a:pt x="798715" y="942102"/>
                </a:cubicBezTo>
                <a:lnTo>
                  <a:pt x="1107405" y="633413"/>
                </a:lnTo>
                <a:cubicBezTo>
                  <a:pt x="1130645" y="610166"/>
                  <a:pt x="1130645" y="572482"/>
                  <a:pt x="1107405" y="549235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80000"/>
                </a:srgbClr>
              </a:gs>
            </a:gsLst>
            <a:lin ang="5400000" scaled="1"/>
          </a:gradFill>
          <a:ln w="819" cap="flat">
            <a:noFill/>
            <a:prstDash val="solid"/>
            <a:miter/>
          </a:ln>
          <a:effectLst>
            <a:outerShdw blurRad="76200" dist="38100" dir="8100000" algn="tr" rotWithShape="0">
              <a:schemeClr val="accent1">
                <a:lumMod val="75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286" name="图形 27"/>
          <p:cNvSpPr/>
          <p:nvPr>
            <p:custDataLst>
              <p:tags r:id="rId24"/>
            </p:custDataLst>
          </p:nvPr>
        </p:nvSpPr>
        <p:spPr>
          <a:xfrm>
            <a:off x="4113394" y="3767392"/>
            <a:ext cx="181121" cy="139302"/>
          </a:xfrm>
          <a:custGeom>
            <a:avLst/>
            <a:gdLst>
              <a:gd name="connsiteX0" fmla="*/ 2390182 w 2476872"/>
              <a:gd name="connsiteY0" fmla="*/ 282512 h 1905000"/>
              <a:gd name="connsiteX1" fmla="*/ 2476872 w 2476872"/>
              <a:gd name="connsiteY1" fmla="*/ 363284 h 1905000"/>
              <a:gd name="connsiteX2" fmla="*/ 2476872 w 2476872"/>
              <a:gd name="connsiteY2" fmla="*/ 1541717 h 1905000"/>
              <a:gd name="connsiteX3" fmla="*/ 2435909 w 2476872"/>
              <a:gd name="connsiteY3" fmla="*/ 1610297 h 1905000"/>
              <a:gd name="connsiteX4" fmla="*/ 2349218 w 2476872"/>
              <a:gd name="connsiteY4" fmla="*/ 1614392 h 1905000"/>
              <a:gd name="connsiteX5" fmla="*/ 1938819 w 2476872"/>
              <a:gd name="connsiteY5" fmla="*/ 1444847 h 1905000"/>
              <a:gd name="connsiteX6" fmla="*/ 1938819 w 2476872"/>
              <a:gd name="connsiteY6" fmla="*/ 1747552 h 1905000"/>
              <a:gd name="connsiteX7" fmla="*/ 1761056 w 2476872"/>
              <a:gd name="connsiteY7" fmla="*/ 1905000 h 1905000"/>
              <a:gd name="connsiteX8" fmla="*/ 177763 w 2476872"/>
              <a:gd name="connsiteY8" fmla="*/ 1905000 h 1905000"/>
              <a:gd name="connsiteX9" fmla="*/ 0 w 2476872"/>
              <a:gd name="connsiteY9" fmla="*/ 1747552 h 1905000"/>
              <a:gd name="connsiteX10" fmla="*/ 0 w 2476872"/>
              <a:gd name="connsiteY10" fmla="*/ 157448 h 1905000"/>
              <a:gd name="connsiteX11" fmla="*/ 177858 w 2476872"/>
              <a:gd name="connsiteY11" fmla="*/ 0 h 1905000"/>
              <a:gd name="connsiteX12" fmla="*/ 1765629 w 2476872"/>
              <a:gd name="connsiteY12" fmla="*/ 0 h 1905000"/>
              <a:gd name="connsiteX13" fmla="*/ 1943392 w 2476872"/>
              <a:gd name="connsiteY13" fmla="*/ 157448 h 1905000"/>
              <a:gd name="connsiteX14" fmla="*/ 1943392 w 2476872"/>
              <a:gd name="connsiteY14" fmla="*/ 460058 h 1905000"/>
              <a:gd name="connsiteX15" fmla="*/ 2353791 w 2476872"/>
              <a:gd name="connsiteY15" fmla="*/ 290513 h 1905000"/>
              <a:gd name="connsiteX16" fmla="*/ 2390277 w 2476872"/>
              <a:gd name="connsiteY16" fmla="*/ 282416 h 1905000"/>
              <a:gd name="connsiteX17" fmla="*/ 1292737 w 2476872"/>
              <a:gd name="connsiteY17" fmla="*/ 986600 h 1905000"/>
              <a:gd name="connsiteX18" fmla="*/ 1325541 w 2476872"/>
              <a:gd name="connsiteY18" fmla="*/ 855950 h 1905000"/>
              <a:gd name="connsiteX19" fmla="*/ 1292737 w 2476872"/>
              <a:gd name="connsiteY19" fmla="*/ 823151 h 1905000"/>
              <a:gd name="connsiteX20" fmla="*/ 811080 w 2476872"/>
              <a:gd name="connsiteY20" fmla="*/ 534543 h 1905000"/>
              <a:gd name="connsiteX21" fmla="*/ 680398 w 2476872"/>
              <a:gd name="connsiteY21" fmla="*/ 567289 h 1905000"/>
              <a:gd name="connsiteX22" fmla="*/ 666850 w 2476872"/>
              <a:gd name="connsiteY22" fmla="*/ 616077 h 1905000"/>
              <a:gd name="connsiteX23" fmla="*/ 666850 w 2476872"/>
              <a:gd name="connsiteY23" fmla="*/ 1193483 h 1905000"/>
              <a:gd name="connsiteX24" fmla="*/ 762190 w 2476872"/>
              <a:gd name="connsiteY24" fmla="*/ 1288657 h 1905000"/>
              <a:gd name="connsiteX25" fmla="*/ 811080 w 2476872"/>
              <a:gd name="connsiteY25" fmla="*/ 1275112 h 1905000"/>
              <a:gd name="connsiteX26" fmla="*/ 1292641 w 2476872"/>
              <a:gd name="connsiteY26" fmla="*/ 986504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76872" h="1905000">
                <a:moveTo>
                  <a:pt x="2390182" y="282512"/>
                </a:moveTo>
                <a:cubicBezTo>
                  <a:pt x="2440386" y="282512"/>
                  <a:pt x="2476872" y="318802"/>
                  <a:pt x="2476872" y="363284"/>
                </a:cubicBezTo>
                <a:lnTo>
                  <a:pt x="2476872" y="1541717"/>
                </a:lnTo>
                <a:cubicBezTo>
                  <a:pt x="2476872" y="1570006"/>
                  <a:pt x="2463154" y="1594199"/>
                  <a:pt x="2435909" y="1610297"/>
                </a:cubicBezTo>
                <a:cubicBezTo>
                  <a:pt x="2408472" y="1622489"/>
                  <a:pt x="2376559" y="1626489"/>
                  <a:pt x="2349218" y="1614392"/>
                </a:cubicBezTo>
                <a:lnTo>
                  <a:pt x="1938819" y="1444847"/>
                </a:lnTo>
                <a:lnTo>
                  <a:pt x="1938819" y="1747552"/>
                </a:lnTo>
                <a:cubicBezTo>
                  <a:pt x="1938819" y="1832324"/>
                  <a:pt x="1861369" y="1905000"/>
                  <a:pt x="1761056" y="1905000"/>
                </a:cubicBezTo>
                <a:lnTo>
                  <a:pt x="177763" y="1905000"/>
                </a:lnTo>
                <a:cubicBezTo>
                  <a:pt x="82213" y="1905000"/>
                  <a:pt x="0" y="1836420"/>
                  <a:pt x="0" y="1747552"/>
                </a:cubicBezTo>
                <a:lnTo>
                  <a:pt x="0" y="157448"/>
                </a:lnTo>
                <a:cubicBezTo>
                  <a:pt x="0" y="72676"/>
                  <a:pt x="77545" y="0"/>
                  <a:pt x="177858" y="0"/>
                </a:cubicBezTo>
                <a:lnTo>
                  <a:pt x="1765629" y="0"/>
                </a:lnTo>
                <a:cubicBezTo>
                  <a:pt x="1861369" y="0"/>
                  <a:pt x="1943392" y="68580"/>
                  <a:pt x="1943392" y="157448"/>
                </a:cubicBezTo>
                <a:lnTo>
                  <a:pt x="1943392" y="460058"/>
                </a:lnTo>
                <a:lnTo>
                  <a:pt x="2353791" y="290513"/>
                </a:lnTo>
                <a:cubicBezTo>
                  <a:pt x="2365296" y="285422"/>
                  <a:pt x="2377698" y="282670"/>
                  <a:pt x="2390277" y="282416"/>
                </a:cubicBezTo>
                <a:close/>
                <a:moveTo>
                  <a:pt x="1292737" y="986600"/>
                </a:moveTo>
                <a:cubicBezTo>
                  <a:pt x="1337879" y="959579"/>
                  <a:pt x="1352566" y="901085"/>
                  <a:pt x="1325541" y="855950"/>
                </a:cubicBezTo>
                <a:cubicBezTo>
                  <a:pt x="1317477" y="842481"/>
                  <a:pt x="1306208" y="831214"/>
                  <a:pt x="1292737" y="823151"/>
                </a:cubicBezTo>
                <a:lnTo>
                  <a:pt x="811080" y="534543"/>
                </a:lnTo>
                <a:cubicBezTo>
                  <a:pt x="765950" y="507504"/>
                  <a:pt x="707441" y="522165"/>
                  <a:pt x="680398" y="567289"/>
                </a:cubicBezTo>
                <a:cubicBezTo>
                  <a:pt x="671562" y="582032"/>
                  <a:pt x="666881" y="598890"/>
                  <a:pt x="666850" y="616077"/>
                </a:cubicBezTo>
                <a:lnTo>
                  <a:pt x="666850" y="1193483"/>
                </a:lnTo>
                <a:cubicBezTo>
                  <a:pt x="666892" y="1246088"/>
                  <a:pt x="709577" y="1288699"/>
                  <a:pt x="762190" y="1288657"/>
                </a:cubicBezTo>
                <a:cubicBezTo>
                  <a:pt x="779412" y="1288644"/>
                  <a:pt x="796308" y="1283963"/>
                  <a:pt x="811080" y="1275112"/>
                </a:cubicBezTo>
                <a:lnTo>
                  <a:pt x="1292641" y="986504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80000"/>
                </a:srgbClr>
              </a:gs>
            </a:gsLst>
            <a:lin ang="5400000" scaled="1"/>
          </a:gradFill>
          <a:ln w="819" cap="flat">
            <a:noFill/>
            <a:prstDash val="solid"/>
            <a:miter/>
          </a:ln>
          <a:effectLst>
            <a:outerShdw blurRad="76200" dist="38100" dir="8100000" algn="tr" rotWithShape="0">
              <a:schemeClr val="accent1">
                <a:lumMod val="75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287" name="任意多边形: 形状 286"/>
          <p:cNvSpPr/>
          <p:nvPr>
            <p:custDataLst>
              <p:tags r:id="rId25"/>
            </p:custDataLst>
          </p:nvPr>
        </p:nvSpPr>
        <p:spPr>
          <a:xfrm>
            <a:off x="5421150" y="3716415"/>
            <a:ext cx="1343154" cy="1343161"/>
          </a:xfrm>
          <a:custGeom>
            <a:avLst/>
            <a:gdLst>
              <a:gd name="connsiteX0" fmla="*/ 216236 w 216800"/>
              <a:gd name="connsiteY0" fmla="*/ 137858 h 216801"/>
              <a:gd name="connsiteX1" fmla="*/ 216004 w 216800"/>
              <a:gd name="connsiteY1" fmla="*/ 144612 h 216801"/>
              <a:gd name="connsiteX2" fmla="*/ 213679 w 216800"/>
              <a:gd name="connsiteY2" fmla="*/ 152646 h 216801"/>
              <a:gd name="connsiteX3" fmla="*/ 209726 w 216800"/>
              <a:gd name="connsiteY3" fmla="*/ 159981 h 216801"/>
              <a:gd name="connsiteX4" fmla="*/ 204611 w 216800"/>
              <a:gd name="connsiteY4" fmla="*/ 164638 h 216801"/>
              <a:gd name="connsiteX5" fmla="*/ 199728 w 216800"/>
              <a:gd name="connsiteY5" fmla="*/ 166036 h 216801"/>
              <a:gd name="connsiteX6" fmla="*/ 195078 w 216800"/>
              <a:gd name="connsiteY6" fmla="*/ 165104 h 216801"/>
              <a:gd name="connsiteX7" fmla="*/ 189265 w 216800"/>
              <a:gd name="connsiteY7" fmla="*/ 163823 h 216801"/>
              <a:gd name="connsiteX8" fmla="*/ 182173 w 216800"/>
              <a:gd name="connsiteY8" fmla="*/ 163590 h 216801"/>
              <a:gd name="connsiteX9" fmla="*/ 174966 w 216800"/>
              <a:gd name="connsiteY9" fmla="*/ 165104 h 216801"/>
              <a:gd name="connsiteX10" fmla="*/ 168804 w 216800"/>
              <a:gd name="connsiteY10" fmla="*/ 169063 h 216801"/>
              <a:gd name="connsiteX11" fmla="*/ 162293 w 216800"/>
              <a:gd name="connsiteY11" fmla="*/ 182336 h 216801"/>
              <a:gd name="connsiteX12" fmla="*/ 164386 w 216800"/>
              <a:gd name="connsiteY12" fmla="*/ 196542 h 216801"/>
              <a:gd name="connsiteX13" fmla="*/ 163688 w 216800"/>
              <a:gd name="connsiteY13" fmla="*/ 205856 h 216801"/>
              <a:gd name="connsiteX14" fmla="*/ 159271 w 216800"/>
              <a:gd name="connsiteY14" fmla="*/ 209698 h 216801"/>
              <a:gd name="connsiteX15" fmla="*/ 152644 w 216800"/>
              <a:gd name="connsiteY15" fmla="*/ 213307 h 216801"/>
              <a:gd name="connsiteX16" fmla="*/ 145087 w 216800"/>
              <a:gd name="connsiteY16" fmla="*/ 215870 h 216801"/>
              <a:gd name="connsiteX17" fmla="*/ 138112 w 216800"/>
              <a:gd name="connsiteY17" fmla="*/ 216802 h 216801"/>
              <a:gd name="connsiteX18" fmla="*/ 134159 w 216800"/>
              <a:gd name="connsiteY18" fmla="*/ 215171 h 216801"/>
              <a:gd name="connsiteX19" fmla="*/ 131602 w 216800"/>
              <a:gd name="connsiteY19" fmla="*/ 211679 h 216801"/>
              <a:gd name="connsiteX20" fmla="*/ 131369 w 216800"/>
              <a:gd name="connsiteY20" fmla="*/ 211679 h 216801"/>
              <a:gd name="connsiteX21" fmla="*/ 122650 w 216800"/>
              <a:gd name="connsiteY21" fmla="*/ 199219 h 216801"/>
              <a:gd name="connsiteX22" fmla="*/ 108350 w 216800"/>
              <a:gd name="connsiteY22" fmla="*/ 193979 h 216801"/>
              <a:gd name="connsiteX23" fmla="*/ 94051 w 216800"/>
              <a:gd name="connsiteY23" fmla="*/ 199219 h 216801"/>
              <a:gd name="connsiteX24" fmla="*/ 85099 w 216800"/>
              <a:gd name="connsiteY24" fmla="*/ 211444 h 216801"/>
              <a:gd name="connsiteX25" fmla="*/ 81611 w 216800"/>
              <a:gd name="connsiteY25" fmla="*/ 215520 h 216801"/>
              <a:gd name="connsiteX26" fmla="*/ 76496 w 216800"/>
              <a:gd name="connsiteY26" fmla="*/ 216802 h 216801"/>
              <a:gd name="connsiteX27" fmla="*/ 69172 w 216800"/>
              <a:gd name="connsiteY27" fmla="*/ 215636 h 216801"/>
              <a:gd name="connsiteX28" fmla="*/ 61034 w 216800"/>
              <a:gd name="connsiteY28" fmla="*/ 212725 h 216801"/>
              <a:gd name="connsiteX29" fmla="*/ 53710 w 216800"/>
              <a:gd name="connsiteY29" fmla="*/ 208651 h 216801"/>
              <a:gd name="connsiteX30" fmla="*/ 48827 w 216800"/>
              <a:gd name="connsiteY30" fmla="*/ 203993 h 216801"/>
              <a:gd name="connsiteX31" fmla="*/ 47548 w 216800"/>
              <a:gd name="connsiteY31" fmla="*/ 200151 h 216801"/>
              <a:gd name="connsiteX32" fmla="*/ 49292 w 216800"/>
              <a:gd name="connsiteY32" fmla="*/ 193979 h 216801"/>
              <a:gd name="connsiteX33" fmla="*/ 51268 w 216800"/>
              <a:gd name="connsiteY33" fmla="*/ 181754 h 216801"/>
              <a:gd name="connsiteX34" fmla="*/ 45339 w 216800"/>
              <a:gd name="connsiteY34" fmla="*/ 169063 h 216801"/>
              <a:gd name="connsiteX35" fmla="*/ 37434 w 216800"/>
              <a:gd name="connsiteY35" fmla="*/ 164522 h 216801"/>
              <a:gd name="connsiteX36" fmla="*/ 28598 w 216800"/>
              <a:gd name="connsiteY36" fmla="*/ 163707 h 216801"/>
              <a:gd name="connsiteX37" fmla="*/ 18600 w 216800"/>
              <a:gd name="connsiteY37" fmla="*/ 165570 h 216801"/>
              <a:gd name="connsiteX38" fmla="*/ 12090 w 216800"/>
              <a:gd name="connsiteY38" fmla="*/ 165104 h 216801"/>
              <a:gd name="connsiteX39" fmla="*/ 7323 w 216800"/>
              <a:gd name="connsiteY39" fmla="*/ 160796 h 216801"/>
              <a:gd name="connsiteX40" fmla="*/ 3371 w 216800"/>
              <a:gd name="connsiteY40" fmla="*/ 153344 h 216801"/>
              <a:gd name="connsiteX41" fmla="*/ 696 w 216800"/>
              <a:gd name="connsiteY41" fmla="*/ 144961 h 216801"/>
              <a:gd name="connsiteX42" fmla="*/ 231 w 216800"/>
              <a:gd name="connsiteY42" fmla="*/ 137858 h 216801"/>
              <a:gd name="connsiteX43" fmla="*/ 4882 w 216800"/>
              <a:gd name="connsiteY43" fmla="*/ 131338 h 216801"/>
              <a:gd name="connsiteX44" fmla="*/ 17437 w 216800"/>
              <a:gd name="connsiteY44" fmla="*/ 122140 h 216801"/>
              <a:gd name="connsiteX45" fmla="*/ 23018 w 216800"/>
              <a:gd name="connsiteY45" fmla="*/ 107818 h 216801"/>
              <a:gd name="connsiteX46" fmla="*/ 17437 w 216800"/>
              <a:gd name="connsiteY46" fmla="*/ 93613 h 216801"/>
              <a:gd name="connsiteX47" fmla="*/ 4882 w 216800"/>
              <a:gd name="connsiteY47" fmla="*/ 84764 h 216801"/>
              <a:gd name="connsiteX48" fmla="*/ 1394 w 216800"/>
              <a:gd name="connsiteY48" fmla="*/ 81388 h 216801"/>
              <a:gd name="connsiteX49" fmla="*/ -1 w 216800"/>
              <a:gd name="connsiteY49" fmla="*/ 75915 h 216801"/>
              <a:gd name="connsiteX50" fmla="*/ 929 w 216800"/>
              <a:gd name="connsiteY50" fmla="*/ 69162 h 216801"/>
              <a:gd name="connsiteX51" fmla="*/ 3371 w 216800"/>
              <a:gd name="connsiteY51" fmla="*/ 61943 h 216801"/>
              <a:gd name="connsiteX52" fmla="*/ 6858 w 216800"/>
              <a:gd name="connsiteY52" fmla="*/ 55539 h 216801"/>
              <a:gd name="connsiteX53" fmla="*/ 11160 w 216800"/>
              <a:gd name="connsiteY53" fmla="*/ 51231 h 216801"/>
              <a:gd name="connsiteX54" fmla="*/ 14764 w 216800"/>
              <a:gd name="connsiteY54" fmla="*/ 50300 h 216801"/>
              <a:gd name="connsiteX55" fmla="*/ 18600 w 216800"/>
              <a:gd name="connsiteY55" fmla="*/ 51231 h 216801"/>
              <a:gd name="connsiteX56" fmla="*/ 33132 w 216800"/>
              <a:gd name="connsiteY56" fmla="*/ 52978 h 216801"/>
              <a:gd name="connsiteX57" fmla="*/ 46502 w 216800"/>
              <a:gd name="connsiteY57" fmla="*/ 46341 h 216801"/>
              <a:gd name="connsiteX58" fmla="*/ 50571 w 216800"/>
              <a:gd name="connsiteY58" fmla="*/ 39471 h 216801"/>
              <a:gd name="connsiteX59" fmla="*/ 52198 w 216800"/>
              <a:gd name="connsiteY59" fmla="*/ 31437 h 216801"/>
              <a:gd name="connsiteX60" fmla="*/ 52198 w 216800"/>
              <a:gd name="connsiteY60" fmla="*/ 24218 h 216801"/>
              <a:gd name="connsiteX61" fmla="*/ 51617 w 216800"/>
              <a:gd name="connsiteY61" fmla="*/ 19561 h 216801"/>
              <a:gd name="connsiteX62" fmla="*/ 50803 w 216800"/>
              <a:gd name="connsiteY62" fmla="*/ 16301 h 216801"/>
              <a:gd name="connsiteX63" fmla="*/ 51152 w 216800"/>
              <a:gd name="connsiteY63" fmla="*/ 13041 h 216801"/>
              <a:gd name="connsiteX64" fmla="*/ 56151 w 216800"/>
              <a:gd name="connsiteY64" fmla="*/ 7335 h 216801"/>
              <a:gd name="connsiteX65" fmla="*/ 63940 w 216800"/>
              <a:gd name="connsiteY65" fmla="*/ 3260 h 216801"/>
              <a:gd name="connsiteX66" fmla="*/ 72078 w 216800"/>
              <a:gd name="connsiteY66" fmla="*/ 815 h 216801"/>
              <a:gd name="connsiteX67" fmla="*/ 78356 w 216800"/>
              <a:gd name="connsiteY67" fmla="*/ 0 h 216801"/>
              <a:gd name="connsiteX68" fmla="*/ 83123 w 216800"/>
              <a:gd name="connsiteY68" fmla="*/ 1980 h 216801"/>
              <a:gd name="connsiteX69" fmla="*/ 85564 w 216800"/>
              <a:gd name="connsiteY69" fmla="*/ 6055 h 216801"/>
              <a:gd name="connsiteX70" fmla="*/ 93934 w 216800"/>
              <a:gd name="connsiteY70" fmla="*/ 17116 h 216801"/>
              <a:gd name="connsiteX71" fmla="*/ 107653 w 216800"/>
              <a:gd name="connsiteY71" fmla="*/ 21890 h 216801"/>
              <a:gd name="connsiteX72" fmla="*/ 122069 w 216800"/>
              <a:gd name="connsiteY72" fmla="*/ 17349 h 216801"/>
              <a:gd name="connsiteX73" fmla="*/ 130904 w 216800"/>
              <a:gd name="connsiteY73" fmla="*/ 5822 h 216801"/>
              <a:gd name="connsiteX74" fmla="*/ 133811 w 216800"/>
              <a:gd name="connsiteY74" fmla="*/ 1980 h 216801"/>
              <a:gd name="connsiteX75" fmla="*/ 137879 w 216800"/>
              <a:gd name="connsiteY75" fmla="*/ 0 h 216801"/>
              <a:gd name="connsiteX76" fmla="*/ 144971 w 216800"/>
              <a:gd name="connsiteY76" fmla="*/ 931 h 216801"/>
              <a:gd name="connsiteX77" fmla="*/ 152528 w 216800"/>
              <a:gd name="connsiteY77" fmla="*/ 3493 h 216801"/>
              <a:gd name="connsiteX78" fmla="*/ 159387 w 216800"/>
              <a:gd name="connsiteY78" fmla="*/ 7685 h 216801"/>
              <a:gd name="connsiteX79" fmla="*/ 164386 w 216800"/>
              <a:gd name="connsiteY79" fmla="*/ 13273 h 216801"/>
              <a:gd name="connsiteX80" fmla="*/ 165083 w 216800"/>
              <a:gd name="connsiteY80" fmla="*/ 17349 h 216801"/>
              <a:gd name="connsiteX81" fmla="*/ 164153 w 216800"/>
              <a:gd name="connsiteY81" fmla="*/ 20493 h 216801"/>
              <a:gd name="connsiteX82" fmla="*/ 162293 w 216800"/>
              <a:gd name="connsiteY82" fmla="*/ 34697 h 216801"/>
              <a:gd name="connsiteX83" fmla="*/ 169036 w 216800"/>
              <a:gd name="connsiteY83" fmla="*/ 47738 h 216801"/>
              <a:gd name="connsiteX84" fmla="*/ 182755 w 216800"/>
              <a:gd name="connsiteY84" fmla="*/ 53909 h 216801"/>
              <a:gd name="connsiteX85" fmla="*/ 197869 w 216800"/>
              <a:gd name="connsiteY85" fmla="*/ 51231 h 216801"/>
              <a:gd name="connsiteX86" fmla="*/ 202402 w 216800"/>
              <a:gd name="connsiteY86" fmla="*/ 50300 h 216801"/>
              <a:gd name="connsiteX87" fmla="*/ 206935 w 216800"/>
              <a:gd name="connsiteY87" fmla="*/ 52395 h 216801"/>
              <a:gd name="connsiteX88" fmla="*/ 213097 w 216800"/>
              <a:gd name="connsiteY88" fmla="*/ 62292 h 216801"/>
              <a:gd name="connsiteX89" fmla="*/ 216701 w 216800"/>
              <a:gd name="connsiteY89" fmla="*/ 75682 h 216801"/>
              <a:gd name="connsiteX90" fmla="*/ 215424 w 216800"/>
              <a:gd name="connsiteY90" fmla="*/ 81853 h 216801"/>
              <a:gd name="connsiteX91" fmla="*/ 211818 w 216800"/>
              <a:gd name="connsiteY91" fmla="*/ 84764 h 216801"/>
              <a:gd name="connsiteX92" fmla="*/ 199496 w 216800"/>
              <a:gd name="connsiteY92" fmla="*/ 93730 h 216801"/>
              <a:gd name="connsiteX93" fmla="*/ 194380 w 216800"/>
              <a:gd name="connsiteY93" fmla="*/ 108284 h 216801"/>
              <a:gd name="connsiteX94" fmla="*/ 198681 w 216800"/>
              <a:gd name="connsiteY94" fmla="*/ 122140 h 216801"/>
              <a:gd name="connsiteX95" fmla="*/ 209959 w 216800"/>
              <a:gd name="connsiteY95" fmla="*/ 130639 h 216801"/>
              <a:gd name="connsiteX96" fmla="*/ 212748 w 216800"/>
              <a:gd name="connsiteY96" fmla="*/ 132502 h 216801"/>
              <a:gd name="connsiteX97" fmla="*/ 216236 w 216800"/>
              <a:gd name="connsiteY97" fmla="*/ 137858 h 216801"/>
              <a:gd name="connsiteX98" fmla="*/ 108118 w 216800"/>
              <a:gd name="connsiteY98" fmla="*/ 158816 h 216801"/>
              <a:gd name="connsiteX99" fmla="*/ 127881 w 216800"/>
              <a:gd name="connsiteY99" fmla="*/ 154858 h 216801"/>
              <a:gd name="connsiteX100" fmla="*/ 144041 w 216800"/>
              <a:gd name="connsiteY100" fmla="*/ 143913 h 216801"/>
              <a:gd name="connsiteX101" fmla="*/ 154853 w 216800"/>
              <a:gd name="connsiteY101" fmla="*/ 127729 h 216801"/>
              <a:gd name="connsiteX102" fmla="*/ 158805 w 216800"/>
              <a:gd name="connsiteY102" fmla="*/ 108051 h 216801"/>
              <a:gd name="connsiteX103" fmla="*/ 154853 w 216800"/>
              <a:gd name="connsiteY103" fmla="*/ 88374 h 216801"/>
              <a:gd name="connsiteX104" fmla="*/ 144041 w 216800"/>
              <a:gd name="connsiteY104" fmla="*/ 72306 h 216801"/>
              <a:gd name="connsiteX105" fmla="*/ 127881 w 216800"/>
              <a:gd name="connsiteY105" fmla="*/ 61477 h 216801"/>
              <a:gd name="connsiteX106" fmla="*/ 108118 w 216800"/>
              <a:gd name="connsiteY106" fmla="*/ 57519 h 216801"/>
              <a:gd name="connsiteX107" fmla="*/ 88470 w 216800"/>
              <a:gd name="connsiteY107" fmla="*/ 61477 h 216801"/>
              <a:gd name="connsiteX108" fmla="*/ 72427 w 216800"/>
              <a:gd name="connsiteY108" fmla="*/ 72306 h 216801"/>
              <a:gd name="connsiteX109" fmla="*/ 61615 w 216800"/>
              <a:gd name="connsiteY109" fmla="*/ 88374 h 216801"/>
              <a:gd name="connsiteX110" fmla="*/ 57662 w 216800"/>
              <a:gd name="connsiteY110" fmla="*/ 108051 h 216801"/>
              <a:gd name="connsiteX111" fmla="*/ 61615 w 216800"/>
              <a:gd name="connsiteY111" fmla="*/ 127729 h 216801"/>
              <a:gd name="connsiteX112" fmla="*/ 72427 w 216800"/>
              <a:gd name="connsiteY112" fmla="*/ 143913 h 216801"/>
              <a:gd name="connsiteX113" fmla="*/ 88470 w 216800"/>
              <a:gd name="connsiteY113" fmla="*/ 154858 h 216801"/>
              <a:gd name="connsiteX114" fmla="*/ 108118 w 216800"/>
              <a:gd name="connsiteY114" fmla="*/ 158816 h 216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216800" h="216801">
                <a:moveTo>
                  <a:pt x="216236" y="137858"/>
                </a:moveTo>
                <a:cubicBezTo>
                  <a:pt x="216547" y="139721"/>
                  <a:pt x="216471" y="141972"/>
                  <a:pt x="216004" y="144612"/>
                </a:cubicBezTo>
                <a:cubicBezTo>
                  <a:pt x="215539" y="147251"/>
                  <a:pt x="214765" y="149929"/>
                  <a:pt x="213679" y="152646"/>
                </a:cubicBezTo>
                <a:cubicBezTo>
                  <a:pt x="212594" y="155362"/>
                  <a:pt x="211277" y="157808"/>
                  <a:pt x="209726" y="159981"/>
                </a:cubicBezTo>
                <a:cubicBezTo>
                  <a:pt x="208175" y="162154"/>
                  <a:pt x="206470" y="163707"/>
                  <a:pt x="204611" y="164638"/>
                </a:cubicBezTo>
                <a:cubicBezTo>
                  <a:pt x="202750" y="165570"/>
                  <a:pt x="201123" y="166036"/>
                  <a:pt x="199728" y="166036"/>
                </a:cubicBezTo>
                <a:cubicBezTo>
                  <a:pt x="198334" y="166036"/>
                  <a:pt x="196783" y="165725"/>
                  <a:pt x="195078" y="165104"/>
                </a:cubicBezTo>
                <a:cubicBezTo>
                  <a:pt x="193527" y="164638"/>
                  <a:pt x="191589" y="164211"/>
                  <a:pt x="189265" y="163823"/>
                </a:cubicBezTo>
                <a:cubicBezTo>
                  <a:pt x="186939" y="163435"/>
                  <a:pt x="184575" y="163358"/>
                  <a:pt x="182173" y="163590"/>
                </a:cubicBezTo>
                <a:cubicBezTo>
                  <a:pt x="179771" y="163823"/>
                  <a:pt x="177368" y="164328"/>
                  <a:pt x="174966" y="165104"/>
                </a:cubicBezTo>
                <a:cubicBezTo>
                  <a:pt x="172563" y="165880"/>
                  <a:pt x="170509" y="167200"/>
                  <a:pt x="168804" y="169063"/>
                </a:cubicBezTo>
                <a:cubicBezTo>
                  <a:pt x="165083" y="172944"/>
                  <a:pt x="162913" y="177369"/>
                  <a:pt x="162293" y="182336"/>
                </a:cubicBezTo>
                <a:cubicBezTo>
                  <a:pt x="161673" y="187303"/>
                  <a:pt x="162371" y="192039"/>
                  <a:pt x="164386" y="196542"/>
                </a:cubicBezTo>
                <a:cubicBezTo>
                  <a:pt x="165936" y="199645"/>
                  <a:pt x="165704" y="202751"/>
                  <a:pt x="163688" y="205856"/>
                </a:cubicBezTo>
                <a:cubicBezTo>
                  <a:pt x="162758" y="207098"/>
                  <a:pt x="161286" y="208380"/>
                  <a:pt x="159271" y="209698"/>
                </a:cubicBezTo>
                <a:cubicBezTo>
                  <a:pt x="157255" y="211018"/>
                  <a:pt x="155046" y="212221"/>
                  <a:pt x="152644" y="213307"/>
                </a:cubicBezTo>
                <a:cubicBezTo>
                  <a:pt x="150241" y="214395"/>
                  <a:pt x="147722" y="215249"/>
                  <a:pt x="145087" y="215870"/>
                </a:cubicBezTo>
                <a:cubicBezTo>
                  <a:pt x="142452" y="216491"/>
                  <a:pt x="140127" y="216802"/>
                  <a:pt x="138112" y="216802"/>
                </a:cubicBezTo>
                <a:cubicBezTo>
                  <a:pt x="136717" y="216802"/>
                  <a:pt x="135399" y="216257"/>
                  <a:pt x="134159" y="215171"/>
                </a:cubicBezTo>
                <a:cubicBezTo>
                  <a:pt x="132919" y="214085"/>
                  <a:pt x="132067" y="212919"/>
                  <a:pt x="131602" y="211679"/>
                </a:cubicBezTo>
                <a:lnTo>
                  <a:pt x="131369" y="211679"/>
                </a:lnTo>
                <a:cubicBezTo>
                  <a:pt x="129664" y="206866"/>
                  <a:pt x="126757" y="202712"/>
                  <a:pt x="122650" y="199219"/>
                </a:cubicBezTo>
                <a:cubicBezTo>
                  <a:pt x="118542" y="195727"/>
                  <a:pt x="113775" y="193979"/>
                  <a:pt x="108350" y="193979"/>
                </a:cubicBezTo>
                <a:cubicBezTo>
                  <a:pt x="103080" y="193979"/>
                  <a:pt x="98313" y="195727"/>
                  <a:pt x="94051" y="199219"/>
                </a:cubicBezTo>
                <a:cubicBezTo>
                  <a:pt x="89788" y="202712"/>
                  <a:pt x="86804" y="206788"/>
                  <a:pt x="85099" y="211444"/>
                </a:cubicBezTo>
                <a:cubicBezTo>
                  <a:pt x="84324" y="213307"/>
                  <a:pt x="83161" y="214667"/>
                  <a:pt x="81611" y="215520"/>
                </a:cubicBezTo>
                <a:cubicBezTo>
                  <a:pt x="80061" y="216374"/>
                  <a:pt x="78356" y="216802"/>
                  <a:pt x="76496" y="216802"/>
                </a:cubicBezTo>
                <a:cubicBezTo>
                  <a:pt x="74326" y="216802"/>
                  <a:pt x="71884" y="216413"/>
                  <a:pt x="69172" y="215636"/>
                </a:cubicBezTo>
                <a:cubicBezTo>
                  <a:pt x="66459" y="214860"/>
                  <a:pt x="63746" y="213889"/>
                  <a:pt x="61034" y="212725"/>
                </a:cubicBezTo>
                <a:cubicBezTo>
                  <a:pt x="58321" y="211561"/>
                  <a:pt x="55879" y="210204"/>
                  <a:pt x="53710" y="208651"/>
                </a:cubicBezTo>
                <a:cubicBezTo>
                  <a:pt x="51540" y="207098"/>
                  <a:pt x="49912" y="205546"/>
                  <a:pt x="48827" y="203993"/>
                </a:cubicBezTo>
                <a:cubicBezTo>
                  <a:pt x="48052" y="202907"/>
                  <a:pt x="47625" y="201626"/>
                  <a:pt x="47548" y="200151"/>
                </a:cubicBezTo>
                <a:cubicBezTo>
                  <a:pt x="47471" y="198676"/>
                  <a:pt x="48052" y="196620"/>
                  <a:pt x="49292" y="193979"/>
                </a:cubicBezTo>
                <a:cubicBezTo>
                  <a:pt x="50997" y="190409"/>
                  <a:pt x="51656" y="186334"/>
                  <a:pt x="51268" y="181754"/>
                </a:cubicBezTo>
                <a:cubicBezTo>
                  <a:pt x="50881" y="177174"/>
                  <a:pt x="48904" y="172944"/>
                  <a:pt x="45339" y="169063"/>
                </a:cubicBezTo>
                <a:cubicBezTo>
                  <a:pt x="43169" y="166734"/>
                  <a:pt x="40534" y="165220"/>
                  <a:pt x="37434" y="164522"/>
                </a:cubicBezTo>
                <a:cubicBezTo>
                  <a:pt x="34334" y="163823"/>
                  <a:pt x="31388" y="163551"/>
                  <a:pt x="28598" y="163707"/>
                </a:cubicBezTo>
                <a:cubicBezTo>
                  <a:pt x="25343" y="163862"/>
                  <a:pt x="22010" y="164483"/>
                  <a:pt x="18600" y="165570"/>
                </a:cubicBezTo>
                <a:cubicBezTo>
                  <a:pt x="16430" y="166191"/>
                  <a:pt x="14260" y="166036"/>
                  <a:pt x="12090" y="165104"/>
                </a:cubicBezTo>
                <a:cubicBezTo>
                  <a:pt x="10385" y="164483"/>
                  <a:pt x="8796" y="163047"/>
                  <a:pt x="7323" y="160796"/>
                </a:cubicBezTo>
                <a:cubicBezTo>
                  <a:pt x="5851" y="158545"/>
                  <a:pt x="4533" y="156061"/>
                  <a:pt x="3371" y="153344"/>
                </a:cubicBezTo>
                <a:cubicBezTo>
                  <a:pt x="2208" y="150627"/>
                  <a:pt x="1317" y="147833"/>
                  <a:pt x="696" y="144961"/>
                </a:cubicBezTo>
                <a:cubicBezTo>
                  <a:pt x="77" y="142089"/>
                  <a:pt x="-79" y="139721"/>
                  <a:pt x="231" y="137858"/>
                </a:cubicBezTo>
                <a:cubicBezTo>
                  <a:pt x="696" y="134443"/>
                  <a:pt x="2246" y="132270"/>
                  <a:pt x="4882" y="131338"/>
                </a:cubicBezTo>
                <a:cubicBezTo>
                  <a:pt x="9532" y="129475"/>
                  <a:pt x="13717" y="126409"/>
                  <a:pt x="17437" y="122140"/>
                </a:cubicBezTo>
                <a:cubicBezTo>
                  <a:pt x="21158" y="117870"/>
                  <a:pt x="23018" y="113097"/>
                  <a:pt x="23018" y="107818"/>
                </a:cubicBezTo>
                <a:cubicBezTo>
                  <a:pt x="23018" y="102385"/>
                  <a:pt x="21158" y="97650"/>
                  <a:pt x="17437" y="93613"/>
                </a:cubicBezTo>
                <a:cubicBezTo>
                  <a:pt x="13717" y="89577"/>
                  <a:pt x="9532" y="86627"/>
                  <a:pt x="4882" y="84764"/>
                </a:cubicBezTo>
                <a:cubicBezTo>
                  <a:pt x="3487" y="84299"/>
                  <a:pt x="2324" y="83173"/>
                  <a:pt x="1394" y="81388"/>
                </a:cubicBezTo>
                <a:cubicBezTo>
                  <a:pt x="464" y="79602"/>
                  <a:pt x="-1" y="77778"/>
                  <a:pt x="-1" y="75915"/>
                </a:cubicBezTo>
                <a:cubicBezTo>
                  <a:pt x="-1" y="73897"/>
                  <a:pt x="309" y="71646"/>
                  <a:pt x="929" y="69162"/>
                </a:cubicBezTo>
                <a:cubicBezTo>
                  <a:pt x="1549" y="66678"/>
                  <a:pt x="2363" y="64272"/>
                  <a:pt x="3371" y="61943"/>
                </a:cubicBezTo>
                <a:cubicBezTo>
                  <a:pt x="4378" y="59615"/>
                  <a:pt x="5541" y="57480"/>
                  <a:pt x="6858" y="55539"/>
                </a:cubicBezTo>
                <a:cubicBezTo>
                  <a:pt x="8176" y="53599"/>
                  <a:pt x="9609" y="52163"/>
                  <a:pt x="11160" y="51231"/>
                </a:cubicBezTo>
                <a:cubicBezTo>
                  <a:pt x="12400" y="50455"/>
                  <a:pt x="13601" y="50144"/>
                  <a:pt x="14764" y="50300"/>
                </a:cubicBezTo>
                <a:cubicBezTo>
                  <a:pt x="15926" y="50455"/>
                  <a:pt x="17205" y="50765"/>
                  <a:pt x="18600" y="51231"/>
                </a:cubicBezTo>
                <a:cubicBezTo>
                  <a:pt x="23250" y="53094"/>
                  <a:pt x="28094" y="53676"/>
                  <a:pt x="33132" y="52978"/>
                </a:cubicBezTo>
                <a:cubicBezTo>
                  <a:pt x="38170" y="52279"/>
                  <a:pt x="42626" y="50067"/>
                  <a:pt x="46502" y="46341"/>
                </a:cubicBezTo>
                <a:cubicBezTo>
                  <a:pt x="48362" y="44478"/>
                  <a:pt x="49718" y="42188"/>
                  <a:pt x="50571" y="39471"/>
                </a:cubicBezTo>
                <a:cubicBezTo>
                  <a:pt x="51423" y="36754"/>
                  <a:pt x="51966" y="34076"/>
                  <a:pt x="52198" y="31437"/>
                </a:cubicBezTo>
                <a:cubicBezTo>
                  <a:pt x="52431" y="28798"/>
                  <a:pt x="52431" y="26392"/>
                  <a:pt x="52198" y="24218"/>
                </a:cubicBezTo>
                <a:cubicBezTo>
                  <a:pt x="51966" y="22045"/>
                  <a:pt x="51772" y="20493"/>
                  <a:pt x="51617" y="19561"/>
                </a:cubicBezTo>
                <a:cubicBezTo>
                  <a:pt x="51307" y="18630"/>
                  <a:pt x="51036" y="17543"/>
                  <a:pt x="50803" y="16301"/>
                </a:cubicBezTo>
                <a:cubicBezTo>
                  <a:pt x="50571" y="15059"/>
                  <a:pt x="50687" y="13972"/>
                  <a:pt x="51152" y="13041"/>
                </a:cubicBezTo>
                <a:cubicBezTo>
                  <a:pt x="52082" y="10867"/>
                  <a:pt x="53748" y="8966"/>
                  <a:pt x="56151" y="7335"/>
                </a:cubicBezTo>
                <a:cubicBezTo>
                  <a:pt x="58554" y="5705"/>
                  <a:pt x="61150" y="4347"/>
                  <a:pt x="63940" y="3260"/>
                </a:cubicBezTo>
                <a:cubicBezTo>
                  <a:pt x="66730" y="2173"/>
                  <a:pt x="69443" y="1358"/>
                  <a:pt x="72078" y="815"/>
                </a:cubicBezTo>
                <a:cubicBezTo>
                  <a:pt x="74713" y="272"/>
                  <a:pt x="76806" y="0"/>
                  <a:pt x="78356" y="0"/>
                </a:cubicBezTo>
                <a:cubicBezTo>
                  <a:pt x="80371" y="0"/>
                  <a:pt x="81960" y="660"/>
                  <a:pt x="83123" y="1980"/>
                </a:cubicBezTo>
                <a:cubicBezTo>
                  <a:pt x="84285" y="3299"/>
                  <a:pt x="85099" y="4658"/>
                  <a:pt x="85564" y="6055"/>
                </a:cubicBezTo>
                <a:cubicBezTo>
                  <a:pt x="87269" y="10246"/>
                  <a:pt x="90059" y="13933"/>
                  <a:pt x="93934" y="17116"/>
                </a:cubicBezTo>
                <a:cubicBezTo>
                  <a:pt x="97810" y="20298"/>
                  <a:pt x="102382" y="21890"/>
                  <a:pt x="107653" y="21890"/>
                </a:cubicBezTo>
                <a:cubicBezTo>
                  <a:pt x="113078" y="21890"/>
                  <a:pt x="117883" y="20376"/>
                  <a:pt x="122069" y="17349"/>
                </a:cubicBezTo>
                <a:cubicBezTo>
                  <a:pt x="126254" y="14322"/>
                  <a:pt x="129199" y="10479"/>
                  <a:pt x="130904" y="5822"/>
                </a:cubicBezTo>
                <a:cubicBezTo>
                  <a:pt x="131524" y="4580"/>
                  <a:pt x="132493" y="3299"/>
                  <a:pt x="133811" y="1980"/>
                </a:cubicBezTo>
                <a:cubicBezTo>
                  <a:pt x="135128" y="660"/>
                  <a:pt x="136484" y="0"/>
                  <a:pt x="137879" y="0"/>
                </a:cubicBezTo>
                <a:cubicBezTo>
                  <a:pt x="140049" y="0"/>
                  <a:pt x="142413" y="311"/>
                  <a:pt x="144971" y="931"/>
                </a:cubicBezTo>
                <a:cubicBezTo>
                  <a:pt x="147529" y="1553"/>
                  <a:pt x="150047" y="2406"/>
                  <a:pt x="152528" y="3493"/>
                </a:cubicBezTo>
                <a:cubicBezTo>
                  <a:pt x="155008" y="4580"/>
                  <a:pt x="157294" y="5977"/>
                  <a:pt x="159387" y="7685"/>
                </a:cubicBezTo>
                <a:cubicBezTo>
                  <a:pt x="161480" y="9392"/>
                  <a:pt x="163146" y="11255"/>
                  <a:pt x="164386" y="13273"/>
                </a:cubicBezTo>
                <a:cubicBezTo>
                  <a:pt x="165161" y="14515"/>
                  <a:pt x="165393" y="15874"/>
                  <a:pt x="165083" y="17349"/>
                </a:cubicBezTo>
                <a:cubicBezTo>
                  <a:pt x="164774" y="18824"/>
                  <a:pt x="164463" y="19871"/>
                  <a:pt x="164153" y="20493"/>
                </a:cubicBezTo>
                <a:cubicBezTo>
                  <a:pt x="162138" y="24995"/>
                  <a:pt x="161518" y="29730"/>
                  <a:pt x="162293" y="34697"/>
                </a:cubicBezTo>
                <a:cubicBezTo>
                  <a:pt x="163068" y="39665"/>
                  <a:pt x="165316" y="44012"/>
                  <a:pt x="169036" y="47738"/>
                </a:cubicBezTo>
                <a:cubicBezTo>
                  <a:pt x="172756" y="51464"/>
                  <a:pt x="177329" y="53521"/>
                  <a:pt x="182755" y="53909"/>
                </a:cubicBezTo>
                <a:cubicBezTo>
                  <a:pt x="188179" y="54297"/>
                  <a:pt x="193218" y="53404"/>
                  <a:pt x="197869" y="51231"/>
                </a:cubicBezTo>
                <a:cubicBezTo>
                  <a:pt x="199107" y="50455"/>
                  <a:pt x="200619" y="50144"/>
                  <a:pt x="202402" y="50300"/>
                </a:cubicBezTo>
                <a:cubicBezTo>
                  <a:pt x="204185" y="50455"/>
                  <a:pt x="205695" y="51154"/>
                  <a:pt x="206935" y="52395"/>
                </a:cubicBezTo>
                <a:cubicBezTo>
                  <a:pt x="209261" y="54569"/>
                  <a:pt x="211314" y="57868"/>
                  <a:pt x="213097" y="62292"/>
                </a:cubicBezTo>
                <a:cubicBezTo>
                  <a:pt x="214881" y="66717"/>
                  <a:pt x="216082" y="71180"/>
                  <a:pt x="216701" y="75682"/>
                </a:cubicBezTo>
                <a:cubicBezTo>
                  <a:pt x="217012" y="78321"/>
                  <a:pt x="216586" y="80379"/>
                  <a:pt x="215424" y="81853"/>
                </a:cubicBezTo>
                <a:cubicBezTo>
                  <a:pt x="214260" y="83328"/>
                  <a:pt x="213058" y="84299"/>
                  <a:pt x="211818" y="84764"/>
                </a:cubicBezTo>
                <a:cubicBezTo>
                  <a:pt x="207013" y="86472"/>
                  <a:pt x="202906" y="89461"/>
                  <a:pt x="199496" y="93730"/>
                </a:cubicBezTo>
                <a:cubicBezTo>
                  <a:pt x="196085" y="97999"/>
                  <a:pt x="194380" y="102850"/>
                  <a:pt x="194380" y="108284"/>
                </a:cubicBezTo>
                <a:cubicBezTo>
                  <a:pt x="194380" y="113563"/>
                  <a:pt x="195814" y="118181"/>
                  <a:pt x="198681" y="122140"/>
                </a:cubicBezTo>
                <a:cubicBezTo>
                  <a:pt x="201548" y="126098"/>
                  <a:pt x="205308" y="128932"/>
                  <a:pt x="209959" y="130639"/>
                </a:cubicBezTo>
                <a:cubicBezTo>
                  <a:pt x="211043" y="131261"/>
                  <a:pt x="211974" y="131881"/>
                  <a:pt x="212748" y="132502"/>
                </a:cubicBezTo>
                <a:cubicBezTo>
                  <a:pt x="214453" y="133900"/>
                  <a:pt x="215617" y="135685"/>
                  <a:pt x="216236" y="137858"/>
                </a:cubicBezTo>
                <a:close/>
                <a:moveTo>
                  <a:pt x="108118" y="158816"/>
                </a:moveTo>
                <a:cubicBezTo>
                  <a:pt x="115093" y="158816"/>
                  <a:pt x="121681" y="157497"/>
                  <a:pt x="127881" y="154858"/>
                </a:cubicBezTo>
                <a:cubicBezTo>
                  <a:pt x="134082" y="152219"/>
                  <a:pt x="139468" y="148570"/>
                  <a:pt x="144041" y="143913"/>
                </a:cubicBezTo>
                <a:cubicBezTo>
                  <a:pt x="148614" y="139256"/>
                  <a:pt x="152218" y="133861"/>
                  <a:pt x="154853" y="127729"/>
                </a:cubicBezTo>
                <a:cubicBezTo>
                  <a:pt x="157488" y="121596"/>
                  <a:pt x="158805" y="115037"/>
                  <a:pt x="158805" y="108051"/>
                </a:cubicBezTo>
                <a:cubicBezTo>
                  <a:pt x="158805" y="101065"/>
                  <a:pt x="157488" y="94506"/>
                  <a:pt x="154853" y="88374"/>
                </a:cubicBezTo>
                <a:cubicBezTo>
                  <a:pt x="152218" y="82242"/>
                  <a:pt x="148614" y="76886"/>
                  <a:pt x="144041" y="72306"/>
                </a:cubicBezTo>
                <a:cubicBezTo>
                  <a:pt x="139468" y="67726"/>
                  <a:pt x="134082" y="64116"/>
                  <a:pt x="127881" y="61477"/>
                </a:cubicBezTo>
                <a:cubicBezTo>
                  <a:pt x="121681" y="58838"/>
                  <a:pt x="115093" y="57519"/>
                  <a:pt x="108118" y="57519"/>
                </a:cubicBezTo>
                <a:cubicBezTo>
                  <a:pt x="101142" y="57519"/>
                  <a:pt x="94593" y="58838"/>
                  <a:pt x="88470" y="61477"/>
                </a:cubicBezTo>
                <a:cubicBezTo>
                  <a:pt x="82348" y="64116"/>
                  <a:pt x="77000" y="67726"/>
                  <a:pt x="72427" y="72306"/>
                </a:cubicBezTo>
                <a:cubicBezTo>
                  <a:pt x="67854" y="76886"/>
                  <a:pt x="64250" y="82242"/>
                  <a:pt x="61615" y="88374"/>
                </a:cubicBezTo>
                <a:cubicBezTo>
                  <a:pt x="58980" y="94506"/>
                  <a:pt x="57662" y="101065"/>
                  <a:pt x="57662" y="108051"/>
                </a:cubicBezTo>
                <a:cubicBezTo>
                  <a:pt x="57662" y="115037"/>
                  <a:pt x="58980" y="121596"/>
                  <a:pt x="61615" y="127729"/>
                </a:cubicBezTo>
                <a:cubicBezTo>
                  <a:pt x="64250" y="133861"/>
                  <a:pt x="67854" y="139256"/>
                  <a:pt x="72427" y="143913"/>
                </a:cubicBezTo>
                <a:cubicBezTo>
                  <a:pt x="77000" y="148570"/>
                  <a:pt x="82348" y="152219"/>
                  <a:pt x="88470" y="154858"/>
                </a:cubicBezTo>
                <a:cubicBezTo>
                  <a:pt x="94593" y="157497"/>
                  <a:pt x="101142" y="158816"/>
                  <a:pt x="108118" y="158816"/>
                </a:cubicBezTo>
                <a:close/>
              </a:path>
            </a:pathLst>
          </a:custGeom>
          <a:gradFill flip="none" rotWithShape="1">
            <a:gsLst>
              <a:gs pos="92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1"/>
            <a:tileRect/>
          </a:gradFill>
          <a:ln w="7495" cap="flat">
            <a:noFill/>
            <a:prstDash val="solid"/>
            <a:miter/>
          </a:ln>
          <a:effectLst>
            <a:outerShdw blurRad="215900" sx="102000" sy="102000" algn="ctr" rotWithShape="0">
              <a:schemeClr val="accent1">
                <a:alpha val="40000"/>
              </a:schemeClr>
            </a:outerShdw>
          </a:effectLst>
          <a:scene3d>
            <a:camera prst="isometricOffAxis2Left"/>
            <a:lightRig rig="threePt" dir="t">
              <a:rot lat="0" lon="0" rev="10800000"/>
            </a:lightRig>
          </a:scene3d>
          <a:sp3d extrusionH="203200"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220" name="正文"/>
          <p:cNvSpPr txBox="1"/>
          <p:nvPr>
            <p:custDataLst>
              <p:tags r:id="rId26"/>
            </p:custDataLst>
          </p:nvPr>
        </p:nvSpPr>
        <p:spPr>
          <a:xfrm>
            <a:off x="608400" y="3788960"/>
            <a:ext cx="2158097" cy="80887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indent="0" algn="l" fontAlgn="auto">
              <a:lnSpc>
                <a:spcPct val="130000"/>
              </a:lnSpc>
            </a:pPr>
            <a:r>
              <a:rPr lang="zh-CN" altLang="en-US" sz="12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最大飞行距离：不超过500米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" name="正文"/>
          <p:cNvSpPr txBox="1"/>
          <p:nvPr>
            <p:custDataLst>
              <p:tags r:id="rId27"/>
            </p:custDataLst>
          </p:nvPr>
        </p:nvSpPr>
        <p:spPr>
          <a:xfrm>
            <a:off x="9419575" y="3788960"/>
            <a:ext cx="2158097" cy="80887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indent="0" algn="r" fontAlgn="auto">
              <a:lnSpc>
                <a:spcPct val="130000"/>
              </a:lnSpc>
            </a:pPr>
            <a:r>
              <a:rPr lang="zh-CN" altLang="en-US" sz="12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飞行速度：不超过120千米/小时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2" name="正文"/>
          <p:cNvSpPr txBox="1"/>
          <p:nvPr>
            <p:custDataLst>
              <p:tags r:id="rId28"/>
            </p:custDataLst>
          </p:nvPr>
        </p:nvSpPr>
        <p:spPr>
          <a:xfrm>
            <a:off x="7063523" y="1665572"/>
            <a:ext cx="2158097" cy="80887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indent="0" algn="r" fontAlgn="auto">
              <a:lnSpc>
                <a:spcPct val="130000"/>
              </a:lnSpc>
            </a:pPr>
            <a:r>
              <a:rPr lang="zh-CN" altLang="en-US" sz="12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飞行高度：不超过120米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5" name="正文"/>
          <p:cNvSpPr txBox="1"/>
          <p:nvPr>
            <p:custDataLst>
              <p:tags r:id="rId29"/>
            </p:custDataLst>
          </p:nvPr>
        </p:nvSpPr>
        <p:spPr>
          <a:xfrm>
            <a:off x="2964451" y="1665572"/>
            <a:ext cx="2158097" cy="80887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indent="0" algn="l" fontAlgn="auto">
              <a:lnSpc>
                <a:spcPct val="130000"/>
              </a:lnSpc>
            </a:pPr>
            <a:r>
              <a:rPr lang="zh-CN" altLang="en-US" sz="12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最大飞行时间：不超过30分钟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无人机安全操控技巧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安全起飞和降落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608400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963006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6" name="TextBox 2"/>
          <p:cNvSpPr txBox="1"/>
          <p:nvPr>
            <p:custDataLst>
              <p:tags r:id="rId3"/>
            </p:custDataLst>
          </p:nvPr>
        </p:nvSpPr>
        <p:spPr>
          <a:xfrm>
            <a:off x="763381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选择合适的起飞和降落场地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4069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37807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8" name="TextBox 2"/>
          <p:cNvSpPr txBox="1"/>
          <p:nvPr>
            <p:custDataLst>
              <p:tags r:id="rId6"/>
            </p:custDataLst>
          </p:nvPr>
        </p:nvSpPr>
        <p:spPr>
          <a:xfrm>
            <a:off x="3561327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检查无人机及其配件状况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620110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>
            <p:custDataLst>
              <p:tags r:id="rId8"/>
            </p:custDataLst>
          </p:nvPr>
        </p:nvSpPr>
        <p:spPr>
          <a:xfrm>
            <a:off x="6555710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2" name="TextBox 2"/>
          <p:cNvSpPr txBox="1"/>
          <p:nvPr>
            <p:custDataLst>
              <p:tags r:id="rId9"/>
            </p:custDataLst>
          </p:nvPr>
        </p:nvSpPr>
        <p:spPr>
          <a:xfrm>
            <a:off x="635608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遵守空域要求，确保飞行安全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矩形 34"/>
          <p:cNvSpPr/>
          <p:nvPr>
            <p:custDataLst>
              <p:tags r:id="rId10"/>
            </p:custDataLst>
          </p:nvPr>
        </p:nvSpPr>
        <p:spPr>
          <a:xfrm>
            <a:off x="89894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93632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3" name="TextBox 2"/>
          <p:cNvSpPr txBox="1"/>
          <p:nvPr>
            <p:custDataLst>
              <p:tags r:id="rId12"/>
            </p:custDataLst>
          </p:nvPr>
        </p:nvSpPr>
        <p:spPr>
          <a:xfrm>
            <a:off x="914446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掌握风向、风速等气象信息，合理选择飞行时间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安全飞行轨迹规划</a:t>
            </a:r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611886" y="1490400"/>
            <a:ext cx="9490524" cy="1043456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1083650" y="1490400"/>
            <a:ext cx="257380" cy="104345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883622" y="1580556"/>
            <a:ext cx="9080762" cy="8631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了解飞行环境：选择合适的飞行场地，避开障碍物和危险区域</a:t>
            </a:r>
            <a:endParaRPr lang="zh-CN" altLang="en-US" sz="20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0" name="矩形 39"/>
          <p:cNvSpPr/>
          <p:nvPr>
            <p:custDataLst>
              <p:tags r:id="rId4"/>
            </p:custDataLst>
          </p:nvPr>
        </p:nvSpPr>
        <p:spPr>
          <a:xfrm>
            <a:off x="1611886" y="2729087"/>
            <a:ext cx="9490524" cy="1043456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083650" y="2729087"/>
            <a:ext cx="257380" cy="1043456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42" name="文本框 41"/>
          <p:cNvSpPr txBox="1"/>
          <p:nvPr>
            <p:custDataLst>
              <p:tags r:id="rId6"/>
            </p:custDataLst>
          </p:nvPr>
        </p:nvSpPr>
        <p:spPr>
          <a:xfrm>
            <a:off x="1883622" y="2819243"/>
            <a:ext cx="9080762" cy="8631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制定飞行轨迹：根据任务需求和飞行场地，规划无人机的飞行轨迹</a:t>
            </a:r>
            <a:endParaRPr lang="zh-CN" altLang="en-US" sz="20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611886" y="3967774"/>
            <a:ext cx="9490524" cy="1043456"/>
          </a:xfrm>
          <a:prstGeom prst="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1083650" y="3967774"/>
            <a:ext cx="257380" cy="1043456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1883622" y="4057930"/>
            <a:ext cx="9080762" cy="8631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 lnSpcReduction="10000"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考虑风向和气流：考虑风向和气流对无人机飞行轨迹的影响，合理规划飞行高度和速度</a:t>
            </a:r>
            <a:endParaRPr lang="zh-CN" altLang="en-US" sz="20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50" name="矩形 49"/>
          <p:cNvSpPr/>
          <p:nvPr>
            <p:custDataLst>
              <p:tags r:id="rId10"/>
            </p:custDataLst>
          </p:nvPr>
        </p:nvSpPr>
        <p:spPr>
          <a:xfrm>
            <a:off x="1611886" y="5205827"/>
            <a:ext cx="9490524" cy="1043456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1083650" y="5205827"/>
            <a:ext cx="257380" cy="1043456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883622" y="5295982"/>
            <a:ext cx="9080762" cy="8631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避免高速飞行：在复杂环境和恶劣天气条件下，避免高速飞行以减少风险</a:t>
            </a:r>
            <a:endParaRPr lang="zh-CN" altLang="en-US" sz="20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避免飞行冲突</a:t>
            </a:r>
            <a:endParaRPr lang="zh-CN" altLang="en-US"/>
          </a:p>
        </p:txBody>
      </p:sp>
      <p:sp>
        <p:nvSpPr>
          <p:cNvPr id="65" name="任意多边形: 形状 64"/>
          <p:cNvSpPr/>
          <p:nvPr>
            <p:custDataLst>
              <p:tags r:id="rId1"/>
            </p:custDataLst>
          </p:nvPr>
        </p:nvSpPr>
        <p:spPr>
          <a:xfrm rot="10800000">
            <a:off x="1356977" y="1490400"/>
            <a:ext cx="4379317" cy="2231513"/>
          </a:xfrm>
          <a:custGeom>
            <a:avLst/>
            <a:gdLst>
              <a:gd name="connsiteX0" fmla="*/ 2584395 w 2695478"/>
              <a:gd name="connsiteY0" fmla="*/ 1854489 h 1854489"/>
              <a:gd name="connsiteX1" fmla="*/ 111083 w 2695478"/>
              <a:gd name="connsiteY1" fmla="*/ 1854489 h 1854489"/>
              <a:gd name="connsiteX2" fmla="*/ 0 w 2695478"/>
              <a:gd name="connsiteY2" fmla="*/ 1743406 h 1854489"/>
              <a:gd name="connsiteX3" fmla="*/ 0 w 2695478"/>
              <a:gd name="connsiteY3" fmla="*/ 362180 h 1854489"/>
              <a:gd name="connsiteX4" fmla="*/ 111083 w 2695478"/>
              <a:gd name="connsiteY4" fmla="*/ 251097 h 1854489"/>
              <a:gd name="connsiteX5" fmla="*/ 1139340 w 2695478"/>
              <a:gd name="connsiteY5" fmla="*/ 251097 h 1854489"/>
              <a:gd name="connsiteX6" fmla="*/ 1347740 w 2695478"/>
              <a:gd name="connsiteY6" fmla="*/ 0 h 1854489"/>
              <a:gd name="connsiteX7" fmla="*/ 1556139 w 2695478"/>
              <a:gd name="connsiteY7" fmla="*/ 251097 h 1854489"/>
              <a:gd name="connsiteX8" fmla="*/ 2584395 w 2695478"/>
              <a:gd name="connsiteY8" fmla="*/ 251097 h 1854489"/>
              <a:gd name="connsiteX9" fmla="*/ 2695478 w 2695478"/>
              <a:gd name="connsiteY9" fmla="*/ 362180 h 1854489"/>
              <a:gd name="connsiteX10" fmla="*/ 2695478 w 2695478"/>
              <a:gd name="connsiteY10" fmla="*/ 1743406 h 1854489"/>
              <a:gd name="connsiteX11" fmla="*/ 2584395 w 2695478"/>
              <a:gd name="connsiteY11" fmla="*/ 1854489 h 1854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95478" h="1854489">
                <a:moveTo>
                  <a:pt x="2584395" y="1854489"/>
                </a:moveTo>
                <a:lnTo>
                  <a:pt x="111083" y="1854489"/>
                </a:lnTo>
                <a:cubicBezTo>
                  <a:pt x="49734" y="1854489"/>
                  <a:pt x="0" y="1804755"/>
                  <a:pt x="0" y="1743406"/>
                </a:cubicBezTo>
                <a:lnTo>
                  <a:pt x="0" y="362180"/>
                </a:lnTo>
                <a:cubicBezTo>
                  <a:pt x="0" y="300831"/>
                  <a:pt x="49734" y="251097"/>
                  <a:pt x="111083" y="251097"/>
                </a:cubicBezTo>
                <a:lnTo>
                  <a:pt x="1139340" y="251097"/>
                </a:lnTo>
                <a:lnTo>
                  <a:pt x="1347740" y="0"/>
                </a:lnTo>
                <a:lnTo>
                  <a:pt x="1556139" y="251097"/>
                </a:lnTo>
                <a:lnTo>
                  <a:pt x="2584395" y="251097"/>
                </a:lnTo>
                <a:cubicBezTo>
                  <a:pt x="2645744" y="251097"/>
                  <a:pt x="2695478" y="300831"/>
                  <a:pt x="2695478" y="362180"/>
                </a:cubicBezTo>
                <a:lnTo>
                  <a:pt x="2695478" y="1743406"/>
                </a:lnTo>
                <a:cubicBezTo>
                  <a:pt x="2695478" y="1804755"/>
                  <a:pt x="2645744" y="1854489"/>
                  <a:pt x="2584395" y="1854489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0"/>
                  <a:alpha val="70000"/>
                </a:schemeClr>
              </a:gs>
              <a:gs pos="50000">
                <a:schemeClr val="accent1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 sz="4000" b="1" dirty="0"/>
          </a:p>
        </p:txBody>
      </p:sp>
      <p:sp>
        <p:nvSpPr>
          <p:cNvPr id="66" name="矩形 65"/>
          <p:cNvSpPr/>
          <p:nvPr>
            <p:custDataLst>
              <p:tags r:id="rId2"/>
            </p:custDataLst>
          </p:nvPr>
        </p:nvSpPr>
        <p:spPr>
          <a:xfrm>
            <a:off x="1243950" y="1850436"/>
            <a:ext cx="215994" cy="2159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67" name="文本框 66"/>
          <p:cNvSpPr txBox="1"/>
          <p:nvPr>
            <p:custDataLst>
              <p:tags r:id="rId3"/>
            </p:custDataLst>
          </p:nvPr>
        </p:nvSpPr>
        <p:spPr>
          <a:xfrm>
            <a:off x="1621765" y="1752013"/>
            <a:ext cx="3849751" cy="1261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 anchorCtr="0">
            <a:norm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400" spc="150" dirty="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了解飞行规则：熟悉无人机飞行限制和规定，如飞行高度、速度、距离等。</a:t>
            </a:r>
            <a:endParaRPr lang="zh-CN" altLang="en-US" sz="1400" spc="150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69" name="任意多边形: 形状 68"/>
          <p:cNvSpPr/>
          <p:nvPr>
            <p:custDataLst>
              <p:tags r:id="rId4"/>
            </p:custDataLst>
          </p:nvPr>
        </p:nvSpPr>
        <p:spPr>
          <a:xfrm rot="10800000">
            <a:off x="6505422" y="1490400"/>
            <a:ext cx="4379317" cy="2231513"/>
          </a:xfrm>
          <a:custGeom>
            <a:avLst/>
            <a:gdLst>
              <a:gd name="connsiteX0" fmla="*/ 2584395 w 2695478"/>
              <a:gd name="connsiteY0" fmla="*/ 1854489 h 1854489"/>
              <a:gd name="connsiteX1" fmla="*/ 111083 w 2695478"/>
              <a:gd name="connsiteY1" fmla="*/ 1854489 h 1854489"/>
              <a:gd name="connsiteX2" fmla="*/ 0 w 2695478"/>
              <a:gd name="connsiteY2" fmla="*/ 1743406 h 1854489"/>
              <a:gd name="connsiteX3" fmla="*/ 0 w 2695478"/>
              <a:gd name="connsiteY3" fmla="*/ 362180 h 1854489"/>
              <a:gd name="connsiteX4" fmla="*/ 111083 w 2695478"/>
              <a:gd name="connsiteY4" fmla="*/ 251097 h 1854489"/>
              <a:gd name="connsiteX5" fmla="*/ 1139340 w 2695478"/>
              <a:gd name="connsiteY5" fmla="*/ 251097 h 1854489"/>
              <a:gd name="connsiteX6" fmla="*/ 1347740 w 2695478"/>
              <a:gd name="connsiteY6" fmla="*/ 0 h 1854489"/>
              <a:gd name="connsiteX7" fmla="*/ 1556139 w 2695478"/>
              <a:gd name="connsiteY7" fmla="*/ 251097 h 1854489"/>
              <a:gd name="connsiteX8" fmla="*/ 2584395 w 2695478"/>
              <a:gd name="connsiteY8" fmla="*/ 251097 h 1854489"/>
              <a:gd name="connsiteX9" fmla="*/ 2695478 w 2695478"/>
              <a:gd name="connsiteY9" fmla="*/ 362180 h 1854489"/>
              <a:gd name="connsiteX10" fmla="*/ 2695478 w 2695478"/>
              <a:gd name="connsiteY10" fmla="*/ 1743406 h 1854489"/>
              <a:gd name="connsiteX11" fmla="*/ 2584395 w 2695478"/>
              <a:gd name="connsiteY11" fmla="*/ 1854489 h 1854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95478" h="1854489">
                <a:moveTo>
                  <a:pt x="2584395" y="1854489"/>
                </a:moveTo>
                <a:lnTo>
                  <a:pt x="111083" y="1854489"/>
                </a:lnTo>
                <a:cubicBezTo>
                  <a:pt x="49734" y="1854489"/>
                  <a:pt x="0" y="1804755"/>
                  <a:pt x="0" y="1743406"/>
                </a:cubicBezTo>
                <a:lnTo>
                  <a:pt x="0" y="362180"/>
                </a:lnTo>
                <a:cubicBezTo>
                  <a:pt x="0" y="300831"/>
                  <a:pt x="49734" y="251097"/>
                  <a:pt x="111083" y="251097"/>
                </a:cubicBezTo>
                <a:lnTo>
                  <a:pt x="1139340" y="251097"/>
                </a:lnTo>
                <a:lnTo>
                  <a:pt x="1347740" y="0"/>
                </a:lnTo>
                <a:lnTo>
                  <a:pt x="1556139" y="251097"/>
                </a:lnTo>
                <a:lnTo>
                  <a:pt x="2584395" y="251097"/>
                </a:lnTo>
                <a:cubicBezTo>
                  <a:pt x="2645744" y="251097"/>
                  <a:pt x="2695478" y="300831"/>
                  <a:pt x="2695478" y="362180"/>
                </a:cubicBezTo>
                <a:lnTo>
                  <a:pt x="2695478" y="1743406"/>
                </a:lnTo>
                <a:cubicBezTo>
                  <a:pt x="2695478" y="1804755"/>
                  <a:pt x="2645744" y="1854489"/>
                  <a:pt x="2584395" y="1854489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20000"/>
            </a:schemeClr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/>
          </a:p>
        </p:txBody>
      </p:sp>
      <p:sp>
        <p:nvSpPr>
          <p:cNvPr id="70" name="矩形 69"/>
          <p:cNvSpPr/>
          <p:nvPr>
            <p:custDataLst>
              <p:tags r:id="rId5"/>
            </p:custDataLst>
          </p:nvPr>
        </p:nvSpPr>
        <p:spPr>
          <a:xfrm>
            <a:off x="6391760" y="1850436"/>
            <a:ext cx="215994" cy="2159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71" name="文本框 70"/>
          <p:cNvSpPr txBox="1"/>
          <p:nvPr>
            <p:custDataLst>
              <p:tags r:id="rId6"/>
            </p:custDataLst>
          </p:nvPr>
        </p:nvSpPr>
        <p:spPr>
          <a:xfrm>
            <a:off x="6770210" y="1752013"/>
            <a:ext cx="3849751" cy="1261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 anchorCtr="0">
            <a:norm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观察周围环境：时刻关注无人机周围的环境变化，确保没有障碍物或危险因素存在。</a:t>
            </a:r>
            <a:endParaRPr lang="zh-CN" altLang="en-US" sz="1400" spc="1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任意多边形: 形状 72"/>
          <p:cNvSpPr/>
          <p:nvPr>
            <p:custDataLst>
              <p:tags r:id="rId7"/>
            </p:custDataLst>
          </p:nvPr>
        </p:nvSpPr>
        <p:spPr>
          <a:xfrm rot="10800000">
            <a:off x="1356977" y="4018269"/>
            <a:ext cx="4379317" cy="2231513"/>
          </a:xfrm>
          <a:custGeom>
            <a:avLst/>
            <a:gdLst>
              <a:gd name="connsiteX0" fmla="*/ 2584395 w 2695478"/>
              <a:gd name="connsiteY0" fmla="*/ 1854489 h 1854489"/>
              <a:gd name="connsiteX1" fmla="*/ 111083 w 2695478"/>
              <a:gd name="connsiteY1" fmla="*/ 1854489 h 1854489"/>
              <a:gd name="connsiteX2" fmla="*/ 0 w 2695478"/>
              <a:gd name="connsiteY2" fmla="*/ 1743406 h 1854489"/>
              <a:gd name="connsiteX3" fmla="*/ 0 w 2695478"/>
              <a:gd name="connsiteY3" fmla="*/ 362180 h 1854489"/>
              <a:gd name="connsiteX4" fmla="*/ 111083 w 2695478"/>
              <a:gd name="connsiteY4" fmla="*/ 251097 h 1854489"/>
              <a:gd name="connsiteX5" fmla="*/ 1139340 w 2695478"/>
              <a:gd name="connsiteY5" fmla="*/ 251097 h 1854489"/>
              <a:gd name="connsiteX6" fmla="*/ 1347740 w 2695478"/>
              <a:gd name="connsiteY6" fmla="*/ 0 h 1854489"/>
              <a:gd name="connsiteX7" fmla="*/ 1556139 w 2695478"/>
              <a:gd name="connsiteY7" fmla="*/ 251097 h 1854489"/>
              <a:gd name="connsiteX8" fmla="*/ 2584395 w 2695478"/>
              <a:gd name="connsiteY8" fmla="*/ 251097 h 1854489"/>
              <a:gd name="connsiteX9" fmla="*/ 2695478 w 2695478"/>
              <a:gd name="connsiteY9" fmla="*/ 362180 h 1854489"/>
              <a:gd name="connsiteX10" fmla="*/ 2695478 w 2695478"/>
              <a:gd name="connsiteY10" fmla="*/ 1743406 h 1854489"/>
              <a:gd name="connsiteX11" fmla="*/ 2584395 w 2695478"/>
              <a:gd name="connsiteY11" fmla="*/ 1854489 h 1854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95478" h="1854489">
                <a:moveTo>
                  <a:pt x="2584395" y="1854489"/>
                </a:moveTo>
                <a:lnTo>
                  <a:pt x="111083" y="1854489"/>
                </a:lnTo>
                <a:cubicBezTo>
                  <a:pt x="49734" y="1854489"/>
                  <a:pt x="0" y="1804755"/>
                  <a:pt x="0" y="1743406"/>
                </a:cubicBezTo>
                <a:lnTo>
                  <a:pt x="0" y="362180"/>
                </a:lnTo>
                <a:cubicBezTo>
                  <a:pt x="0" y="300831"/>
                  <a:pt x="49734" y="251097"/>
                  <a:pt x="111083" y="251097"/>
                </a:cubicBezTo>
                <a:lnTo>
                  <a:pt x="1139340" y="251097"/>
                </a:lnTo>
                <a:lnTo>
                  <a:pt x="1347740" y="0"/>
                </a:lnTo>
                <a:lnTo>
                  <a:pt x="1556139" y="251097"/>
                </a:lnTo>
                <a:lnTo>
                  <a:pt x="2584395" y="251097"/>
                </a:lnTo>
                <a:cubicBezTo>
                  <a:pt x="2645744" y="251097"/>
                  <a:pt x="2695478" y="300831"/>
                  <a:pt x="2695478" y="362180"/>
                </a:cubicBezTo>
                <a:lnTo>
                  <a:pt x="2695478" y="1743406"/>
                </a:lnTo>
                <a:cubicBezTo>
                  <a:pt x="2695478" y="1804755"/>
                  <a:pt x="2645744" y="1854489"/>
                  <a:pt x="2584395" y="1854489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0"/>
                  <a:alpha val="70000"/>
                </a:schemeClr>
              </a:gs>
              <a:gs pos="50000">
                <a:schemeClr val="accent1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 sz="4000" b="1" dirty="0"/>
          </a:p>
        </p:txBody>
      </p:sp>
      <p:sp>
        <p:nvSpPr>
          <p:cNvPr id="75" name="文本框 74"/>
          <p:cNvSpPr txBox="1"/>
          <p:nvPr>
            <p:custDataLst>
              <p:tags r:id="rId8"/>
            </p:custDataLst>
          </p:nvPr>
        </p:nvSpPr>
        <p:spPr>
          <a:xfrm>
            <a:off x="1621765" y="4279247"/>
            <a:ext cx="3849751" cy="1261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 anchorCtr="0">
            <a:normAutofit fontScale="70000"/>
          </a:bodyPr>
          <a:p>
            <a:pPr>
              <a:lnSpc>
                <a:spcPct val="140000"/>
              </a:lnSpc>
            </a:pPr>
            <a:r>
              <a:rPr lang="zh-CN" altLang="en-US" sz="2000" spc="150" dirty="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避免飞行冲突：在飞行前和飞行过程中，要确保无人机与其他飞行物体、建筑物、地形等保持安全距离，避免发生碰撞。</a:t>
            </a:r>
            <a:endParaRPr lang="zh-CN" altLang="en-US" sz="2000" spc="150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9"/>
            </p:custDataLst>
          </p:nvPr>
        </p:nvSpPr>
        <p:spPr>
          <a:xfrm>
            <a:off x="1243950" y="4378304"/>
            <a:ext cx="215994" cy="2159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84" name="任意多边形: 形状 83"/>
          <p:cNvSpPr/>
          <p:nvPr>
            <p:custDataLst>
              <p:tags r:id="rId10"/>
            </p:custDataLst>
          </p:nvPr>
        </p:nvSpPr>
        <p:spPr>
          <a:xfrm rot="10800000">
            <a:off x="6563205" y="4018269"/>
            <a:ext cx="4379317" cy="2231513"/>
          </a:xfrm>
          <a:custGeom>
            <a:avLst/>
            <a:gdLst>
              <a:gd name="connsiteX0" fmla="*/ 2584395 w 2695478"/>
              <a:gd name="connsiteY0" fmla="*/ 1854489 h 1854489"/>
              <a:gd name="connsiteX1" fmla="*/ 111083 w 2695478"/>
              <a:gd name="connsiteY1" fmla="*/ 1854489 h 1854489"/>
              <a:gd name="connsiteX2" fmla="*/ 0 w 2695478"/>
              <a:gd name="connsiteY2" fmla="*/ 1743406 h 1854489"/>
              <a:gd name="connsiteX3" fmla="*/ 0 w 2695478"/>
              <a:gd name="connsiteY3" fmla="*/ 362180 h 1854489"/>
              <a:gd name="connsiteX4" fmla="*/ 111083 w 2695478"/>
              <a:gd name="connsiteY4" fmla="*/ 251097 h 1854489"/>
              <a:gd name="connsiteX5" fmla="*/ 1139340 w 2695478"/>
              <a:gd name="connsiteY5" fmla="*/ 251097 h 1854489"/>
              <a:gd name="connsiteX6" fmla="*/ 1347740 w 2695478"/>
              <a:gd name="connsiteY6" fmla="*/ 0 h 1854489"/>
              <a:gd name="connsiteX7" fmla="*/ 1556139 w 2695478"/>
              <a:gd name="connsiteY7" fmla="*/ 251097 h 1854489"/>
              <a:gd name="connsiteX8" fmla="*/ 2584395 w 2695478"/>
              <a:gd name="connsiteY8" fmla="*/ 251097 h 1854489"/>
              <a:gd name="connsiteX9" fmla="*/ 2695478 w 2695478"/>
              <a:gd name="connsiteY9" fmla="*/ 362180 h 1854489"/>
              <a:gd name="connsiteX10" fmla="*/ 2695478 w 2695478"/>
              <a:gd name="connsiteY10" fmla="*/ 1743406 h 1854489"/>
              <a:gd name="connsiteX11" fmla="*/ 2584395 w 2695478"/>
              <a:gd name="connsiteY11" fmla="*/ 1854489 h 1854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95478" h="1854489">
                <a:moveTo>
                  <a:pt x="2584395" y="1854489"/>
                </a:moveTo>
                <a:lnTo>
                  <a:pt x="111083" y="1854489"/>
                </a:lnTo>
                <a:cubicBezTo>
                  <a:pt x="49734" y="1854489"/>
                  <a:pt x="0" y="1804755"/>
                  <a:pt x="0" y="1743406"/>
                </a:cubicBezTo>
                <a:lnTo>
                  <a:pt x="0" y="362180"/>
                </a:lnTo>
                <a:cubicBezTo>
                  <a:pt x="0" y="300831"/>
                  <a:pt x="49734" y="251097"/>
                  <a:pt x="111083" y="251097"/>
                </a:cubicBezTo>
                <a:lnTo>
                  <a:pt x="1139340" y="251097"/>
                </a:lnTo>
                <a:lnTo>
                  <a:pt x="1347740" y="0"/>
                </a:lnTo>
                <a:lnTo>
                  <a:pt x="1556139" y="251097"/>
                </a:lnTo>
                <a:lnTo>
                  <a:pt x="2584395" y="251097"/>
                </a:lnTo>
                <a:cubicBezTo>
                  <a:pt x="2645744" y="251097"/>
                  <a:pt x="2695478" y="300831"/>
                  <a:pt x="2695478" y="362180"/>
                </a:cubicBezTo>
                <a:lnTo>
                  <a:pt x="2695478" y="1743406"/>
                </a:lnTo>
                <a:cubicBezTo>
                  <a:pt x="2695478" y="1804755"/>
                  <a:pt x="2645744" y="1854489"/>
                  <a:pt x="2584395" y="1854489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20000"/>
            </a:schemeClr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/>
          </a:p>
        </p:txBody>
      </p:sp>
      <p:sp>
        <p:nvSpPr>
          <p:cNvPr id="85" name="矩形 84"/>
          <p:cNvSpPr/>
          <p:nvPr>
            <p:custDataLst>
              <p:tags r:id="rId11"/>
            </p:custDataLst>
          </p:nvPr>
        </p:nvSpPr>
        <p:spPr>
          <a:xfrm>
            <a:off x="6450178" y="4378304"/>
            <a:ext cx="215994" cy="2159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86" name="文本框 85"/>
          <p:cNvSpPr txBox="1"/>
          <p:nvPr>
            <p:custDataLst>
              <p:tags r:id="rId12"/>
            </p:custDataLst>
          </p:nvPr>
        </p:nvSpPr>
        <p:spPr>
          <a:xfrm>
            <a:off x="6827993" y="4279247"/>
            <a:ext cx="3849751" cy="1261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 anchorCtr="0">
            <a:norm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4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遵守空域规定：在规定的空域内进行飞行活动，不得擅自进入禁飞区或敏感区域。</a:t>
            </a:r>
            <a:endParaRPr lang="zh-CN" altLang="en-US" sz="1400" spc="1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紧急情况处理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608400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963006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6" name="TextBox 2"/>
          <p:cNvSpPr txBox="1"/>
          <p:nvPr>
            <p:custDataLst>
              <p:tags r:id="rId3"/>
            </p:custDataLst>
          </p:nvPr>
        </p:nvSpPr>
        <p:spPr>
          <a:xfrm>
            <a:off x="763381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失去控制：立即寻找合适的地方迫降，远离人群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4069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37807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8" name="TextBox 2"/>
          <p:cNvSpPr txBox="1"/>
          <p:nvPr>
            <p:custDataLst>
              <p:tags r:id="rId6"/>
            </p:custDataLst>
          </p:nvPr>
        </p:nvSpPr>
        <p:spPr>
          <a:xfrm>
            <a:off x="3561327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电池电量不足：尽快返航或迫降，确保人员安全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620110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>
            <p:custDataLst>
              <p:tags r:id="rId8"/>
            </p:custDataLst>
          </p:nvPr>
        </p:nvSpPr>
        <p:spPr>
          <a:xfrm>
            <a:off x="6555710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2" name="TextBox 2"/>
          <p:cNvSpPr txBox="1"/>
          <p:nvPr>
            <p:custDataLst>
              <p:tags r:id="rId9"/>
            </p:custDataLst>
          </p:nvPr>
        </p:nvSpPr>
        <p:spPr>
          <a:xfrm>
            <a:off x="635608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遇到信号干扰：保持冷静，尝试重新连接遥控器或更换电池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矩形 34"/>
          <p:cNvSpPr/>
          <p:nvPr>
            <p:custDataLst>
              <p:tags r:id="rId10"/>
            </p:custDataLst>
          </p:nvPr>
        </p:nvSpPr>
        <p:spPr>
          <a:xfrm>
            <a:off x="89894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93632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3" name="TextBox 2"/>
          <p:cNvSpPr txBox="1"/>
          <p:nvPr>
            <p:custDataLst>
              <p:tags r:id="rId12"/>
            </p:custDataLst>
          </p:nvPr>
        </p:nvSpPr>
        <p:spPr>
          <a:xfrm>
            <a:off x="914446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遇到恶劣天气：立即返航或寻找安全的地方迫降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无人机操控技术基础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遥控器操作基础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608400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963006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6" name="TextBox 2"/>
          <p:cNvSpPr txBox="1"/>
          <p:nvPr>
            <p:custDataLst>
              <p:tags r:id="rId3"/>
            </p:custDataLst>
          </p:nvPr>
        </p:nvSpPr>
        <p:spPr>
          <a:xfrm>
            <a:off x="763381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遥控器类型：分为模拟遥控器和数字遥控器</a:t>
            </a:r>
            <a:endParaRPr lang="zh-CN" altLang="en-US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4069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37807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8" name="TextBox 2"/>
          <p:cNvSpPr txBox="1"/>
          <p:nvPr>
            <p:custDataLst>
              <p:tags r:id="rId6"/>
            </p:custDataLst>
          </p:nvPr>
        </p:nvSpPr>
        <p:spPr>
          <a:xfrm>
            <a:off x="3561327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遥控器通道：遥控器通道数越多，可以控制的动作就越多</a:t>
            </a:r>
            <a:endParaRPr lang="zh-CN" altLang="en-US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620110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>
            <p:custDataLst>
              <p:tags r:id="rId8"/>
            </p:custDataLst>
          </p:nvPr>
        </p:nvSpPr>
        <p:spPr>
          <a:xfrm>
            <a:off x="6555710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2" name="TextBox 2"/>
          <p:cNvSpPr txBox="1"/>
          <p:nvPr>
            <p:custDataLst>
              <p:tags r:id="rId9"/>
            </p:custDataLst>
          </p:nvPr>
        </p:nvSpPr>
        <p:spPr>
          <a:xfrm>
            <a:off x="635608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遥控器工作原理：通过无线电信号传输指令，控制无人机的飞行</a:t>
            </a:r>
            <a:endParaRPr lang="zh-CN" altLang="en-US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矩形 34"/>
          <p:cNvSpPr/>
          <p:nvPr>
            <p:custDataLst>
              <p:tags r:id="rId10"/>
            </p:custDataLst>
          </p:nvPr>
        </p:nvSpPr>
        <p:spPr>
          <a:xfrm>
            <a:off x="89894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93632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3" name="TextBox 2"/>
          <p:cNvSpPr txBox="1"/>
          <p:nvPr>
            <p:custDataLst>
              <p:tags r:id="rId12"/>
            </p:custDataLst>
          </p:nvPr>
        </p:nvSpPr>
        <p:spPr>
          <a:xfrm>
            <a:off x="914446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 fontScale="90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遥控器常见故障及排除：遇到遥控器无法正常工作时，可以检查电池、信号干扰等因素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飞行模式介绍</a:t>
            </a:r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611886" y="1490400"/>
            <a:ext cx="9490524" cy="1043456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1083650" y="1490400"/>
            <a:ext cx="257380" cy="104345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883622" y="1580556"/>
            <a:ext cx="9080762" cy="8631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飞行模式：根据不同任务需求，选择合适的飞行模式</a:t>
            </a:r>
            <a:endParaRPr lang="zh-CN" altLang="en-US" sz="20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0" name="矩形 39"/>
          <p:cNvSpPr/>
          <p:nvPr>
            <p:custDataLst>
              <p:tags r:id="rId4"/>
            </p:custDataLst>
          </p:nvPr>
        </p:nvSpPr>
        <p:spPr>
          <a:xfrm>
            <a:off x="1611886" y="2729087"/>
            <a:ext cx="9490524" cy="1043456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083650" y="2729087"/>
            <a:ext cx="257380" cy="1043456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42" name="文本框 41"/>
          <p:cNvSpPr txBox="1"/>
          <p:nvPr>
            <p:custDataLst>
              <p:tags r:id="rId6"/>
            </p:custDataLst>
          </p:nvPr>
        </p:nvSpPr>
        <p:spPr>
          <a:xfrm>
            <a:off x="1883622" y="2819243"/>
            <a:ext cx="9080762" cy="8631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遥控器模式：遥控器操作方式，分为美国手和日本手等</a:t>
            </a:r>
            <a:endParaRPr lang="zh-CN" altLang="en-US" sz="20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611886" y="3967774"/>
            <a:ext cx="9490524" cy="1043456"/>
          </a:xfrm>
          <a:prstGeom prst="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1083650" y="3967774"/>
            <a:ext cx="257380" cy="1043456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1883622" y="4057930"/>
            <a:ext cx="9080762" cy="8631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飞行速度：根据任务需求和环境条件，选择合适的飞行速度</a:t>
            </a:r>
            <a:endParaRPr lang="zh-CN" altLang="en-US" sz="20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50" name="矩形 49"/>
          <p:cNvSpPr/>
          <p:nvPr>
            <p:custDataLst>
              <p:tags r:id="rId10"/>
            </p:custDataLst>
          </p:nvPr>
        </p:nvSpPr>
        <p:spPr>
          <a:xfrm>
            <a:off x="1611886" y="5205827"/>
            <a:ext cx="9490524" cy="1043456"/>
          </a:xfrm>
          <a:prstGeom prst="rect">
            <a:avLst/>
          </a:prstGeom>
          <a:solidFill>
            <a:schemeClr val="accent4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1083650" y="5205827"/>
            <a:ext cx="257380" cy="1043456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883622" y="5295982"/>
            <a:ext cx="9080762" cy="86319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飞行高度：根据任务需求和环境条件，选择合适的飞行高度</a:t>
            </a:r>
            <a:endParaRPr lang="zh-CN" altLang="en-US" sz="20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飞行技巧分享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608400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963006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6" name="TextBox 2"/>
          <p:cNvSpPr txBox="1"/>
          <p:nvPr>
            <p:custDataLst>
              <p:tags r:id="rId3"/>
            </p:custDataLst>
          </p:nvPr>
        </p:nvSpPr>
        <p:spPr>
          <a:xfrm>
            <a:off x="763381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遥控器操作：熟悉遥控器各按钮功能及操作方法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4069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37807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8" name="TextBox 2"/>
          <p:cNvSpPr txBox="1"/>
          <p:nvPr>
            <p:custDataLst>
              <p:tags r:id="rId6"/>
            </p:custDataLst>
          </p:nvPr>
        </p:nvSpPr>
        <p:spPr>
          <a:xfrm>
            <a:off x="3561327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飞行安全：学习无人机飞行规则，遵守飞行空域要求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620110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>
            <p:custDataLst>
              <p:tags r:id="rId8"/>
            </p:custDataLst>
          </p:nvPr>
        </p:nvSpPr>
        <p:spPr>
          <a:xfrm>
            <a:off x="6555710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2" name="TextBox 2"/>
          <p:cNvSpPr txBox="1"/>
          <p:nvPr>
            <p:custDataLst>
              <p:tags r:id="rId9"/>
            </p:custDataLst>
          </p:nvPr>
        </p:nvSpPr>
        <p:spPr>
          <a:xfrm>
            <a:off x="635608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飞行技巧：掌握飞行技巧，提高飞行操控水平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矩形 34"/>
          <p:cNvSpPr/>
          <p:nvPr>
            <p:custDataLst>
              <p:tags r:id="rId10"/>
            </p:custDataLst>
          </p:nvPr>
        </p:nvSpPr>
        <p:spPr>
          <a:xfrm>
            <a:off x="89894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93632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3" name="TextBox 2"/>
          <p:cNvSpPr txBox="1"/>
          <p:nvPr>
            <p:custDataLst>
              <p:tags r:id="rId12"/>
            </p:custDataLst>
          </p:nvPr>
        </p:nvSpPr>
        <p:spPr>
          <a:xfrm>
            <a:off x="914446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紧急情况处理：了解紧急情况处理方法，确保安全飞行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常见飞行问题解析</a:t>
            </a:r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1"/>
            </p:custDataLst>
          </p:nvPr>
        </p:nvSpPr>
        <p:spPr>
          <a:xfrm rot="204112">
            <a:off x="1527310" y="1490400"/>
            <a:ext cx="4049330" cy="2113566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>
            <p:custDataLst>
              <p:tags r:id="rId2"/>
            </p:custDataLst>
          </p:nvPr>
        </p:nvSpPr>
        <p:spPr>
          <a:xfrm>
            <a:off x="1531989" y="1491068"/>
            <a:ext cx="4049330" cy="21135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TextBox 2"/>
          <p:cNvSpPr txBox="1"/>
          <p:nvPr>
            <p:custDataLst>
              <p:tags r:id="rId3"/>
            </p:custDataLst>
          </p:nvPr>
        </p:nvSpPr>
        <p:spPr>
          <a:xfrm>
            <a:off x="1766607" y="1656170"/>
            <a:ext cx="3597474" cy="1745263"/>
          </a:xfrm>
          <a:prstGeom prst="rect">
            <a:avLst/>
          </a:prstGeom>
          <a:noFill/>
        </p:spPr>
        <p:txBody>
          <a:bodyPr wrap="square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400" b="1" spc="150" dirty="0">
                <a:solidFill>
                  <a:srgbClr val="FFFFFF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飞行不稳定</a:t>
            </a:r>
            <a:endParaRPr lang="zh-CN" altLang="en-US" sz="4400" b="1" spc="150" dirty="0">
              <a:solidFill>
                <a:srgbClr val="FFFFFF"/>
              </a:solidFill>
              <a:latin typeface="+mj-ea"/>
              <a:ea typeface="+mj-ea"/>
              <a:cs typeface="微软雅黑" panose="020B0503020204020204" charset="-122"/>
              <a:sym typeface="+mn-lt"/>
            </a:endParaRPr>
          </a:p>
        </p:txBody>
      </p:sp>
      <p:sp>
        <p:nvSpPr>
          <p:cNvPr id="101" name="矩形 100"/>
          <p:cNvSpPr/>
          <p:nvPr>
            <p:custDataLst>
              <p:tags r:id="rId4"/>
            </p:custDataLst>
          </p:nvPr>
        </p:nvSpPr>
        <p:spPr>
          <a:xfrm rot="204112">
            <a:off x="6604012" y="1490400"/>
            <a:ext cx="4049330" cy="2113566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/>
          <p:cNvSpPr/>
          <p:nvPr>
            <p:custDataLst>
              <p:tags r:id="rId5"/>
            </p:custDataLst>
          </p:nvPr>
        </p:nvSpPr>
        <p:spPr>
          <a:xfrm>
            <a:off x="6609360" y="1491068"/>
            <a:ext cx="4049330" cy="21135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TextBox 2"/>
          <p:cNvSpPr txBox="1"/>
          <p:nvPr>
            <p:custDataLst>
              <p:tags r:id="rId6"/>
            </p:custDataLst>
          </p:nvPr>
        </p:nvSpPr>
        <p:spPr>
          <a:xfrm>
            <a:off x="6844646" y="1656170"/>
            <a:ext cx="3597474" cy="1745263"/>
          </a:xfrm>
          <a:prstGeom prst="rect">
            <a:avLst/>
          </a:prstGeom>
          <a:noFill/>
        </p:spPr>
        <p:txBody>
          <a:bodyPr wrap="square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400" b="1" spc="150" dirty="0">
                <a:solidFill>
                  <a:srgbClr val="FFFFFF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飞行速度过快或过慢</a:t>
            </a:r>
            <a:endParaRPr lang="zh-CN" altLang="en-US" sz="4400" b="1" spc="150" dirty="0">
              <a:solidFill>
                <a:srgbClr val="FFFFFF"/>
              </a:solidFill>
              <a:latin typeface="+mj-ea"/>
              <a:ea typeface="+mj-ea"/>
              <a:cs typeface="微软雅黑" panose="020B0503020204020204" charset="-122"/>
              <a:sym typeface="+mn-lt"/>
            </a:endParaRPr>
          </a:p>
        </p:txBody>
      </p:sp>
      <p:sp>
        <p:nvSpPr>
          <p:cNvPr id="123" name="矩形 122"/>
          <p:cNvSpPr/>
          <p:nvPr>
            <p:custDataLst>
              <p:tags r:id="rId7"/>
            </p:custDataLst>
          </p:nvPr>
        </p:nvSpPr>
        <p:spPr>
          <a:xfrm rot="204112">
            <a:off x="1527310" y="4135365"/>
            <a:ext cx="4049330" cy="2113566"/>
          </a:xfrm>
          <a:prstGeom prst="rect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/>
          <p:cNvSpPr/>
          <p:nvPr>
            <p:custDataLst>
              <p:tags r:id="rId8"/>
            </p:custDataLst>
          </p:nvPr>
        </p:nvSpPr>
        <p:spPr>
          <a:xfrm>
            <a:off x="1531989" y="4136034"/>
            <a:ext cx="4049330" cy="211356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TextBox 2"/>
          <p:cNvSpPr txBox="1"/>
          <p:nvPr>
            <p:custDataLst>
              <p:tags r:id="rId9"/>
            </p:custDataLst>
          </p:nvPr>
        </p:nvSpPr>
        <p:spPr>
          <a:xfrm>
            <a:off x="1765938" y="4301135"/>
            <a:ext cx="3597474" cy="1745263"/>
          </a:xfrm>
          <a:prstGeom prst="rect">
            <a:avLst/>
          </a:prstGeom>
          <a:noFill/>
        </p:spPr>
        <p:txBody>
          <a:bodyPr wrap="square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400" b="1" spc="150" dirty="0">
                <a:solidFill>
                  <a:srgbClr val="FFFFFF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飞行方向控制不准确</a:t>
            </a:r>
            <a:endParaRPr lang="zh-CN" altLang="en-US" sz="4400" b="1" spc="150" dirty="0">
              <a:solidFill>
                <a:srgbClr val="FFFFFF"/>
              </a:solidFill>
              <a:latin typeface="+mj-ea"/>
              <a:ea typeface="+mj-ea"/>
              <a:cs typeface="微软雅黑" panose="020B0503020204020204" charset="-122"/>
              <a:sym typeface="+mn-lt"/>
            </a:endParaRPr>
          </a:p>
        </p:txBody>
      </p:sp>
      <p:sp>
        <p:nvSpPr>
          <p:cNvPr id="90" name="矩形 89"/>
          <p:cNvSpPr/>
          <p:nvPr>
            <p:custDataLst>
              <p:tags r:id="rId10"/>
            </p:custDataLst>
          </p:nvPr>
        </p:nvSpPr>
        <p:spPr>
          <a:xfrm rot="204112">
            <a:off x="6604012" y="4135365"/>
            <a:ext cx="4049330" cy="2113566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>
            <p:custDataLst>
              <p:tags r:id="rId11"/>
            </p:custDataLst>
          </p:nvPr>
        </p:nvSpPr>
        <p:spPr>
          <a:xfrm>
            <a:off x="6609360" y="4136034"/>
            <a:ext cx="4049330" cy="21135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TextBox 2"/>
          <p:cNvSpPr txBox="1"/>
          <p:nvPr>
            <p:custDataLst>
              <p:tags r:id="rId12"/>
            </p:custDataLst>
          </p:nvPr>
        </p:nvSpPr>
        <p:spPr>
          <a:xfrm>
            <a:off x="6843309" y="4301135"/>
            <a:ext cx="3597474" cy="1745263"/>
          </a:xfrm>
          <a:prstGeom prst="rect">
            <a:avLst/>
          </a:prstGeom>
          <a:noFill/>
        </p:spPr>
        <p:txBody>
          <a:bodyPr wrap="square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400" b="1" spc="150" dirty="0">
                <a:solidFill>
                  <a:srgbClr val="FFFFFF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飞行高度控制不稳定</a:t>
            </a:r>
            <a:endParaRPr lang="zh-CN" altLang="en-US" sz="4400" b="1" spc="150" dirty="0">
              <a:solidFill>
                <a:srgbClr val="FFFFFF"/>
              </a:solidFill>
              <a:latin typeface="+mj-ea"/>
              <a:ea typeface="+mj-ea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无人机应用场景及案例分析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无人机在航拍领域的应用</a:t>
            </a:r>
            <a:endParaRPr lang="zh-CN" altLang="en-US"/>
          </a:p>
        </p:txBody>
      </p:sp>
      <p:sp>
        <p:nvSpPr>
          <p:cNvPr id="31" name="五边形 30"/>
          <p:cNvSpPr/>
          <p:nvPr>
            <p:custDataLst>
              <p:tags r:id="rId1"/>
            </p:custDataLst>
          </p:nvPr>
        </p:nvSpPr>
        <p:spPr>
          <a:xfrm>
            <a:off x="608400" y="3293207"/>
            <a:ext cx="2907318" cy="1181787"/>
          </a:xfrm>
          <a:prstGeom prst="homePlate">
            <a:avLst/>
          </a:prstGeom>
          <a:ln>
            <a:noFill/>
          </a:ln>
          <a:effectLst>
            <a:outerShdw blurRad="50800" dist="38100" algn="l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37" name="燕尾形 36"/>
          <p:cNvSpPr/>
          <p:nvPr>
            <p:custDataLst>
              <p:tags r:id="rId2"/>
            </p:custDataLst>
          </p:nvPr>
        </p:nvSpPr>
        <p:spPr>
          <a:xfrm>
            <a:off x="3220492" y="3293207"/>
            <a:ext cx="2907318" cy="1181787"/>
          </a:xfrm>
          <a:prstGeom prst="chevron">
            <a:avLst/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schemeClr val="accent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5900" rIns="0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38" name="燕尾形 37"/>
          <p:cNvSpPr/>
          <p:nvPr>
            <p:custDataLst>
              <p:tags r:id="rId3"/>
            </p:custDataLst>
          </p:nvPr>
        </p:nvSpPr>
        <p:spPr>
          <a:xfrm>
            <a:off x="8444676" y="3293207"/>
            <a:ext cx="2907318" cy="1181787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>
            <a:outerShdw blurRad="50800" dist="38100" algn="l" rotWithShape="0">
              <a:schemeClr val="accent3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5900" rIns="0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39" name="燕尾形 38"/>
          <p:cNvSpPr/>
          <p:nvPr>
            <p:custDataLst>
              <p:tags r:id="rId4"/>
            </p:custDataLst>
          </p:nvPr>
        </p:nvSpPr>
        <p:spPr>
          <a:xfrm>
            <a:off x="5832584" y="3293207"/>
            <a:ext cx="2907318" cy="1181787"/>
          </a:xfrm>
          <a:prstGeom prst="chevron">
            <a:avLst/>
          </a:prstGeom>
          <a:solidFill>
            <a:schemeClr val="accent6"/>
          </a:solidFill>
          <a:ln>
            <a:noFill/>
          </a:ln>
          <a:effectLst>
            <a:outerShdw blurRad="50800" dist="38100" algn="l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5900" rIns="0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3159684" y="4727038"/>
            <a:ext cx="3135568" cy="1373904"/>
          </a:xfrm>
          <a:prstGeom prst="rect">
            <a:avLst/>
          </a:prstGeom>
          <a:noFill/>
        </p:spPr>
        <p:txBody>
          <a:bodyPr wrap="square" lIns="0" rtlCol="0">
            <a:normAutofit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拍摄纪录片：无人机航拍技术可以用于拍摄纪录片，从空中捕捉到地面无法拍摄的震撼画面。</a:t>
            </a:r>
            <a:endParaRPr lang="zh-CN" altLang="en-US" sz="1400" spc="15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08400" y="1639940"/>
            <a:ext cx="3135568" cy="1414443"/>
          </a:xfrm>
          <a:prstGeom prst="rect">
            <a:avLst/>
          </a:prstGeom>
          <a:noFill/>
        </p:spPr>
        <p:txBody>
          <a:bodyPr wrap="square" lIns="0" rtlCol="0">
            <a:normAutofit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 dirty="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拍摄鸟瞰图：无人机航拍技术可以拍摄到宏伟的鸟瞰图，用于城市规划、土地资源调查等领域。</a:t>
            </a:r>
            <a:endParaRPr lang="zh-CN" altLang="en-US" sz="1400" spc="150" dirty="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830821" y="1639940"/>
            <a:ext cx="3135568" cy="1414443"/>
          </a:xfrm>
          <a:prstGeom prst="rect">
            <a:avLst/>
          </a:prstGeom>
          <a:noFill/>
        </p:spPr>
        <p:txBody>
          <a:bodyPr wrap="square" lIns="0" rtlCol="0">
            <a:normAutofit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拍摄婚礼：无人机航拍技术可以用于拍摄婚礼，为新人和宾客留下珍贵的空中视角回忆。</a:t>
            </a:r>
            <a:endParaRPr lang="zh-CN" altLang="en-US" sz="1400" spc="15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8442032" y="4727038"/>
            <a:ext cx="3135568" cy="1373904"/>
          </a:xfrm>
          <a:prstGeom prst="rect">
            <a:avLst/>
          </a:prstGeom>
          <a:noFill/>
        </p:spPr>
        <p:txBody>
          <a:bodyPr wrap="square" lIns="0" rtlCol="0">
            <a:normAutofit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拍摄体育赛事：无人机航拍技术可以用于拍摄体育赛事，从空中捕捉到运动员的精彩表现。</a:t>
            </a:r>
            <a:endParaRPr lang="zh-CN" altLang="en-US" sz="1400" spc="15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无人机在农业领域的应用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608400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963006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6" name="TextBox 2"/>
          <p:cNvSpPr txBox="1"/>
          <p:nvPr>
            <p:custDataLst>
              <p:tags r:id="rId3"/>
            </p:custDataLst>
          </p:nvPr>
        </p:nvSpPr>
        <p:spPr>
          <a:xfrm>
            <a:off x="763381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农业领域应用：喷洒农药、播种、农田监测等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4069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37807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8" name="TextBox 2"/>
          <p:cNvSpPr txBox="1"/>
          <p:nvPr>
            <p:custDataLst>
              <p:tags r:id="rId6"/>
            </p:custDataLst>
          </p:nvPr>
        </p:nvSpPr>
        <p:spPr>
          <a:xfrm>
            <a:off x="3561327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案例分析：某农场采用无人机进行农田监测，提高生产效率和降低成本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620110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>
            <p:custDataLst>
              <p:tags r:id="rId8"/>
            </p:custDataLst>
          </p:nvPr>
        </p:nvSpPr>
        <p:spPr>
          <a:xfrm>
            <a:off x="6555710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2" name="TextBox 2"/>
          <p:cNvSpPr txBox="1"/>
          <p:nvPr>
            <p:custDataLst>
              <p:tags r:id="rId9"/>
            </p:custDataLst>
          </p:nvPr>
        </p:nvSpPr>
        <p:spPr>
          <a:xfrm>
            <a:off x="635608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优势：高效、精准、低成本等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矩形 34"/>
          <p:cNvSpPr/>
          <p:nvPr>
            <p:custDataLst>
              <p:tags r:id="rId10"/>
            </p:custDataLst>
          </p:nvPr>
        </p:nvSpPr>
        <p:spPr>
          <a:xfrm>
            <a:off x="89894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93632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3" name="TextBox 2"/>
          <p:cNvSpPr txBox="1"/>
          <p:nvPr>
            <p:custDataLst>
              <p:tags r:id="rId12"/>
            </p:custDataLst>
          </p:nvPr>
        </p:nvSpPr>
        <p:spPr>
          <a:xfrm>
            <a:off x="914446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未来发展：随着技术进步，无人机在农业领域的应用将更加广泛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无人机在救援领域的应用</a:t>
            </a:r>
            <a:endParaRPr lang="zh-CN" altLang="en-US"/>
          </a:p>
        </p:txBody>
      </p:sp>
      <p:sp>
        <p:nvSpPr>
          <p:cNvPr id="32" name="矩形 31"/>
          <p:cNvSpPr/>
          <p:nvPr>
            <p:custDataLst>
              <p:tags r:id="rId1"/>
            </p:custDataLst>
          </p:nvPr>
        </p:nvSpPr>
        <p:spPr>
          <a:xfrm>
            <a:off x="2677374" y="1490400"/>
            <a:ext cx="6832256" cy="1053586"/>
          </a:xfrm>
          <a:prstGeom prst="rect">
            <a:avLst/>
          </a:prstGeom>
        </p:spPr>
        <p:txBody>
          <a:bodyPr wrap="square" lIns="0" rIns="0">
            <a:normAutofit/>
          </a:bodyPr>
          <a:p>
            <a:pPr marL="171450" indent="-171450" algn="l" fontAlgn="auto">
              <a:lnSpc>
                <a:spcPct val="130000"/>
              </a:lnSpc>
              <a:buClr>
                <a:schemeClr val="accent1"/>
              </a:buClr>
              <a:buSzPct val="80000"/>
              <a:buFont typeface="Wingdings" panose="05000000000000000000" charset="0"/>
              <a:buChar char="l"/>
            </a:pPr>
            <a:r>
              <a:rPr lang="zh-CN" altLang="en-US" sz="12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搜索和救援：快速定位并救援被困者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677374" y="2725605"/>
            <a:ext cx="6832256" cy="1053586"/>
          </a:xfrm>
          <a:prstGeom prst="rect">
            <a:avLst/>
          </a:prstGeom>
        </p:spPr>
        <p:txBody>
          <a:bodyPr wrap="square" lIns="0" rIns="0">
            <a:normAutofit/>
          </a:bodyPr>
          <a:p>
            <a:pPr marL="171450" indent="-171450" algn="l" fontAlgn="auto">
              <a:lnSpc>
                <a:spcPct val="130000"/>
              </a:lnSpc>
              <a:buClr>
                <a:schemeClr val="accent1"/>
              </a:buClr>
              <a:buSzPct val="80000"/>
              <a:buFont typeface="Wingdings" panose="05000000000000000000" charset="0"/>
              <a:buChar char="l"/>
            </a:pPr>
            <a:r>
              <a:rPr lang="zh-CN" altLang="en-US" sz="12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物资运输：在偏远地区或危险区域运输重要物资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2677374" y="3960809"/>
            <a:ext cx="6832256" cy="1053586"/>
          </a:xfrm>
          <a:prstGeom prst="rect">
            <a:avLst/>
          </a:prstGeom>
        </p:spPr>
        <p:txBody>
          <a:bodyPr wrap="square" lIns="0" rIns="0">
            <a:normAutofit/>
          </a:bodyPr>
          <a:p>
            <a:pPr marL="171450" indent="-171450" algn="l" fontAlgn="auto">
              <a:lnSpc>
                <a:spcPct val="130000"/>
              </a:lnSpc>
              <a:buClr>
                <a:schemeClr val="accent1"/>
              </a:buClr>
              <a:buSzPct val="80000"/>
              <a:buFont typeface="Wingdings" panose="05000000000000000000" charset="0"/>
              <a:buChar char="l"/>
            </a:pPr>
            <a:r>
              <a:rPr lang="zh-CN" altLang="en-US" sz="12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实时通信：在灾难现场建立临时通信网络，保障救援信息畅通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2677374" y="5196014"/>
            <a:ext cx="6832256" cy="1053586"/>
          </a:xfrm>
          <a:prstGeom prst="rect">
            <a:avLst/>
          </a:prstGeom>
        </p:spPr>
        <p:txBody>
          <a:bodyPr wrap="square" lIns="0" rIns="0">
            <a:normAutofit/>
          </a:bodyPr>
          <a:p>
            <a:pPr marL="171450" indent="-171450" algn="l" fontAlgn="auto">
              <a:lnSpc>
                <a:spcPct val="130000"/>
              </a:lnSpc>
              <a:buClr>
                <a:schemeClr val="accent1"/>
              </a:buClr>
              <a:buSzPct val="80000"/>
              <a:buFont typeface="Wingdings" panose="05000000000000000000" charset="0"/>
              <a:buChar char="l"/>
            </a:pPr>
            <a:r>
              <a:rPr lang="zh-CN" altLang="en-US" sz="12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监控和观察：实时监测和观察救援进展，为决策提供重要信息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无人机在环保领域的应用</a:t>
            </a:r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1"/>
            </p:custDataLst>
          </p:nvPr>
        </p:nvSpPr>
        <p:spPr>
          <a:xfrm rot="2700000">
            <a:off x="1722571" y="1490400"/>
            <a:ext cx="1277112" cy="1279331"/>
          </a:xfrm>
          <a:custGeom>
            <a:avLst/>
            <a:gdLst>
              <a:gd name="connsiteX0" fmla="*/ 131121 w 3124913"/>
              <a:gd name="connsiteY0" fmla="*/ 1249162 h 3130701"/>
              <a:gd name="connsiteX1" fmla="*/ 132370 w 3124913"/>
              <a:gd name="connsiteY1" fmla="*/ 1247913 h 3130701"/>
              <a:gd name="connsiteX2" fmla="*/ 1249163 w 3124913"/>
              <a:gd name="connsiteY2" fmla="*/ 131120 h 3130701"/>
              <a:gd name="connsiteX3" fmla="*/ 1882271 w 3124913"/>
              <a:gd name="connsiteY3" fmla="*/ 131120 h 3130701"/>
              <a:gd name="connsiteX4" fmla="*/ 1882271 w 3124913"/>
              <a:gd name="connsiteY4" fmla="*/ 764228 h 3130701"/>
              <a:gd name="connsiteX5" fmla="*/ 1516049 w 3124913"/>
              <a:gd name="connsiteY5" fmla="*/ 1130450 h 3130701"/>
              <a:gd name="connsiteX6" fmla="*/ 2677238 w 3124913"/>
              <a:gd name="connsiteY6" fmla="*/ 1130450 h 3130701"/>
              <a:gd name="connsiteX7" fmla="*/ 3124913 w 3124913"/>
              <a:gd name="connsiteY7" fmla="*/ 1578125 h 3130701"/>
              <a:gd name="connsiteX8" fmla="*/ 2677238 w 3124913"/>
              <a:gd name="connsiteY8" fmla="*/ 2025800 h 3130701"/>
              <a:gd name="connsiteX9" fmla="*/ 1545864 w 3124913"/>
              <a:gd name="connsiteY9" fmla="*/ 2025800 h 3130701"/>
              <a:gd name="connsiteX10" fmla="*/ 1883520 w 3124913"/>
              <a:gd name="connsiteY10" fmla="*/ 2363456 h 3130701"/>
              <a:gd name="connsiteX11" fmla="*/ 1883520 w 3124913"/>
              <a:gd name="connsiteY11" fmla="*/ 2999063 h 3130701"/>
              <a:gd name="connsiteX12" fmla="*/ 1247913 w 3124913"/>
              <a:gd name="connsiteY12" fmla="*/ 2999063 h 3130701"/>
              <a:gd name="connsiteX13" fmla="*/ 132370 w 3124913"/>
              <a:gd name="connsiteY13" fmla="*/ 1883520 h 3130701"/>
              <a:gd name="connsiteX14" fmla="*/ 131809 w 3124913"/>
              <a:gd name="connsiteY14" fmla="*/ 1882832 h 3130701"/>
              <a:gd name="connsiteX15" fmla="*/ 131121 w 3124913"/>
              <a:gd name="connsiteY15" fmla="*/ 1882270 h 3130701"/>
              <a:gd name="connsiteX16" fmla="*/ 131121 w 3124913"/>
              <a:gd name="connsiteY16" fmla="*/ 1249162 h 3130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24913" h="3130701">
                <a:moveTo>
                  <a:pt x="131121" y="1249162"/>
                </a:moveTo>
                <a:lnTo>
                  <a:pt x="132370" y="1247913"/>
                </a:lnTo>
                <a:lnTo>
                  <a:pt x="1249163" y="131120"/>
                </a:lnTo>
                <a:cubicBezTo>
                  <a:pt x="1423991" y="-43707"/>
                  <a:pt x="1707443" y="-43707"/>
                  <a:pt x="1882271" y="131120"/>
                </a:cubicBezTo>
                <a:cubicBezTo>
                  <a:pt x="2057099" y="305948"/>
                  <a:pt x="2057099" y="589401"/>
                  <a:pt x="1882271" y="764228"/>
                </a:cubicBezTo>
                <a:lnTo>
                  <a:pt x="1516049" y="1130450"/>
                </a:lnTo>
                <a:lnTo>
                  <a:pt x="2677238" y="1130450"/>
                </a:lnTo>
                <a:cubicBezTo>
                  <a:pt x="2924482" y="1130450"/>
                  <a:pt x="3124913" y="1330881"/>
                  <a:pt x="3124913" y="1578125"/>
                </a:cubicBezTo>
                <a:cubicBezTo>
                  <a:pt x="3124913" y="1825369"/>
                  <a:pt x="2924482" y="2025800"/>
                  <a:pt x="2677238" y="2025800"/>
                </a:cubicBezTo>
                <a:lnTo>
                  <a:pt x="1545864" y="2025800"/>
                </a:lnTo>
                <a:lnTo>
                  <a:pt x="1883520" y="2363456"/>
                </a:lnTo>
                <a:cubicBezTo>
                  <a:pt x="2059038" y="2538974"/>
                  <a:pt x="2059038" y="2823545"/>
                  <a:pt x="1883520" y="2999063"/>
                </a:cubicBezTo>
                <a:cubicBezTo>
                  <a:pt x="1708002" y="3174581"/>
                  <a:pt x="1423431" y="3174581"/>
                  <a:pt x="1247913" y="2999063"/>
                </a:cubicBezTo>
                <a:lnTo>
                  <a:pt x="132370" y="1883520"/>
                </a:lnTo>
                <a:lnTo>
                  <a:pt x="131809" y="1882832"/>
                </a:lnTo>
                <a:lnTo>
                  <a:pt x="131121" y="1882270"/>
                </a:lnTo>
                <a:cubicBezTo>
                  <a:pt x="-43707" y="1707442"/>
                  <a:pt x="-43707" y="1423990"/>
                  <a:pt x="131121" y="1249162"/>
                </a:cubicBezTo>
                <a:close/>
              </a:path>
            </a:pathLst>
          </a:cu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p>
            <a:pPr algn="ctr">
              <a:lnSpc>
                <a:spcPct val="120000"/>
              </a:lnSpc>
            </a:pPr>
            <a:endParaRPr>
              <a:latin typeface="+mn-ea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2"/>
            </p:custDataLst>
          </p:nvPr>
        </p:nvSpPr>
        <p:spPr bwMode="auto">
          <a:xfrm>
            <a:off x="1368142" y="3219781"/>
            <a:ext cx="1986438" cy="302972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监测环境污染：无人机可对污染源进行实时监测和拍摄，提高环保部门的工作效率</a:t>
            </a:r>
            <a:endParaRPr lang="zh-CN" altLang="en-US" sz="2000" spc="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3" name="矩形 42"/>
          <p:cNvSpPr/>
          <p:nvPr>
            <p:custDataLst>
              <p:tags r:id="rId3"/>
            </p:custDataLst>
          </p:nvPr>
        </p:nvSpPr>
        <p:spPr>
          <a:xfrm>
            <a:off x="1499676" y="2843970"/>
            <a:ext cx="1723029" cy="122017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25000"/>
          </a:bodyPr>
          <a:p>
            <a:pPr algn="ctr">
              <a:lnSpc>
                <a:spcPct val="140000"/>
              </a:lnSpc>
            </a:pPr>
            <a:endParaRPr>
              <a:latin typeface="+mn-ea"/>
              <a:sym typeface="Arial" panose="020B0604020202020204" pitchFamily="34" charset="0"/>
            </a:endParaRPr>
          </a:p>
        </p:txBody>
      </p:sp>
      <p:sp>
        <p:nvSpPr>
          <p:cNvPr id="19" name="任意多边形 18"/>
          <p:cNvSpPr/>
          <p:nvPr>
            <p:custDataLst>
              <p:tags r:id="rId4"/>
            </p:custDataLst>
          </p:nvPr>
        </p:nvSpPr>
        <p:spPr>
          <a:xfrm rot="5400000">
            <a:off x="4210703" y="1490400"/>
            <a:ext cx="1277112" cy="1279331"/>
          </a:xfrm>
          <a:custGeom>
            <a:avLst/>
            <a:gdLst>
              <a:gd name="connsiteX0" fmla="*/ 131121 w 3124913"/>
              <a:gd name="connsiteY0" fmla="*/ 1249162 h 3130701"/>
              <a:gd name="connsiteX1" fmla="*/ 132370 w 3124913"/>
              <a:gd name="connsiteY1" fmla="*/ 1247913 h 3130701"/>
              <a:gd name="connsiteX2" fmla="*/ 1249163 w 3124913"/>
              <a:gd name="connsiteY2" fmla="*/ 131120 h 3130701"/>
              <a:gd name="connsiteX3" fmla="*/ 1882271 w 3124913"/>
              <a:gd name="connsiteY3" fmla="*/ 131120 h 3130701"/>
              <a:gd name="connsiteX4" fmla="*/ 1882271 w 3124913"/>
              <a:gd name="connsiteY4" fmla="*/ 764228 h 3130701"/>
              <a:gd name="connsiteX5" fmla="*/ 1516049 w 3124913"/>
              <a:gd name="connsiteY5" fmla="*/ 1130450 h 3130701"/>
              <a:gd name="connsiteX6" fmla="*/ 2677238 w 3124913"/>
              <a:gd name="connsiteY6" fmla="*/ 1130450 h 3130701"/>
              <a:gd name="connsiteX7" fmla="*/ 3124913 w 3124913"/>
              <a:gd name="connsiteY7" fmla="*/ 1578125 h 3130701"/>
              <a:gd name="connsiteX8" fmla="*/ 2677238 w 3124913"/>
              <a:gd name="connsiteY8" fmla="*/ 2025800 h 3130701"/>
              <a:gd name="connsiteX9" fmla="*/ 1545864 w 3124913"/>
              <a:gd name="connsiteY9" fmla="*/ 2025800 h 3130701"/>
              <a:gd name="connsiteX10" fmla="*/ 1883520 w 3124913"/>
              <a:gd name="connsiteY10" fmla="*/ 2363456 h 3130701"/>
              <a:gd name="connsiteX11" fmla="*/ 1883520 w 3124913"/>
              <a:gd name="connsiteY11" fmla="*/ 2999063 h 3130701"/>
              <a:gd name="connsiteX12" fmla="*/ 1247913 w 3124913"/>
              <a:gd name="connsiteY12" fmla="*/ 2999063 h 3130701"/>
              <a:gd name="connsiteX13" fmla="*/ 132370 w 3124913"/>
              <a:gd name="connsiteY13" fmla="*/ 1883520 h 3130701"/>
              <a:gd name="connsiteX14" fmla="*/ 131809 w 3124913"/>
              <a:gd name="connsiteY14" fmla="*/ 1882832 h 3130701"/>
              <a:gd name="connsiteX15" fmla="*/ 131121 w 3124913"/>
              <a:gd name="connsiteY15" fmla="*/ 1882270 h 3130701"/>
              <a:gd name="connsiteX16" fmla="*/ 131121 w 3124913"/>
              <a:gd name="connsiteY16" fmla="*/ 1249162 h 3130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24913" h="3130701">
                <a:moveTo>
                  <a:pt x="131121" y="1249162"/>
                </a:moveTo>
                <a:lnTo>
                  <a:pt x="132370" y="1247913"/>
                </a:lnTo>
                <a:lnTo>
                  <a:pt x="1249163" y="131120"/>
                </a:lnTo>
                <a:cubicBezTo>
                  <a:pt x="1423991" y="-43707"/>
                  <a:pt x="1707443" y="-43707"/>
                  <a:pt x="1882271" y="131120"/>
                </a:cubicBezTo>
                <a:cubicBezTo>
                  <a:pt x="2057099" y="305948"/>
                  <a:pt x="2057099" y="589401"/>
                  <a:pt x="1882271" y="764228"/>
                </a:cubicBezTo>
                <a:lnTo>
                  <a:pt x="1516049" y="1130450"/>
                </a:lnTo>
                <a:lnTo>
                  <a:pt x="2677238" y="1130450"/>
                </a:lnTo>
                <a:cubicBezTo>
                  <a:pt x="2924482" y="1130450"/>
                  <a:pt x="3124913" y="1330881"/>
                  <a:pt x="3124913" y="1578125"/>
                </a:cubicBezTo>
                <a:cubicBezTo>
                  <a:pt x="3124913" y="1825369"/>
                  <a:pt x="2924482" y="2025800"/>
                  <a:pt x="2677238" y="2025800"/>
                </a:cubicBezTo>
                <a:lnTo>
                  <a:pt x="1545864" y="2025800"/>
                </a:lnTo>
                <a:lnTo>
                  <a:pt x="1883520" y="2363456"/>
                </a:lnTo>
                <a:cubicBezTo>
                  <a:pt x="2059038" y="2538974"/>
                  <a:pt x="2059038" y="2823545"/>
                  <a:pt x="1883520" y="2999063"/>
                </a:cubicBezTo>
                <a:cubicBezTo>
                  <a:pt x="1708002" y="3174581"/>
                  <a:pt x="1423431" y="3174581"/>
                  <a:pt x="1247913" y="2999063"/>
                </a:cubicBezTo>
                <a:lnTo>
                  <a:pt x="132370" y="1883520"/>
                </a:lnTo>
                <a:lnTo>
                  <a:pt x="131809" y="1882832"/>
                </a:lnTo>
                <a:lnTo>
                  <a:pt x="131121" y="1882270"/>
                </a:lnTo>
                <a:cubicBezTo>
                  <a:pt x="-43707" y="1707442"/>
                  <a:pt x="-43707" y="1423990"/>
                  <a:pt x="131121" y="1249162"/>
                </a:cubicBezTo>
                <a:close/>
              </a:path>
            </a:pathLst>
          </a:cu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p>
            <a:pPr algn="ctr">
              <a:lnSpc>
                <a:spcPct val="120000"/>
              </a:lnSpc>
            </a:pPr>
            <a:endParaRPr>
              <a:latin typeface="+mn-ea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 bwMode="auto">
          <a:xfrm>
            <a:off x="3855625" y="3219781"/>
            <a:ext cx="1986438" cy="302972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辅助环保执法：无人机可对违法排污企业进行跟踪和拍摄，为环保部门提供有力证据</a:t>
            </a:r>
            <a:endParaRPr lang="zh-CN" altLang="en-US" sz="2000" spc="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4" name="矩形 43"/>
          <p:cNvSpPr/>
          <p:nvPr>
            <p:custDataLst>
              <p:tags r:id="rId6"/>
            </p:custDataLst>
          </p:nvPr>
        </p:nvSpPr>
        <p:spPr>
          <a:xfrm>
            <a:off x="3987807" y="2843970"/>
            <a:ext cx="1723029" cy="122017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25000"/>
          </a:bodyPr>
          <a:p>
            <a:pPr algn="ctr">
              <a:lnSpc>
                <a:spcPct val="140000"/>
              </a:lnSpc>
            </a:pPr>
            <a:endParaRPr>
              <a:latin typeface="+mn-ea"/>
              <a:sym typeface="Arial" panose="020B0604020202020204" pitchFamily="34" charset="0"/>
            </a:endParaRPr>
          </a:p>
        </p:txBody>
      </p:sp>
      <p:sp>
        <p:nvSpPr>
          <p:cNvPr id="22" name="任意多边形 21"/>
          <p:cNvSpPr/>
          <p:nvPr>
            <p:custDataLst>
              <p:tags r:id="rId7"/>
            </p:custDataLst>
          </p:nvPr>
        </p:nvSpPr>
        <p:spPr>
          <a:xfrm rot="18900000" flipH="1">
            <a:off x="6698186" y="1490400"/>
            <a:ext cx="1277112" cy="1279331"/>
          </a:xfrm>
          <a:custGeom>
            <a:avLst/>
            <a:gdLst>
              <a:gd name="connsiteX0" fmla="*/ 131121 w 3124913"/>
              <a:gd name="connsiteY0" fmla="*/ 1249162 h 3130701"/>
              <a:gd name="connsiteX1" fmla="*/ 132370 w 3124913"/>
              <a:gd name="connsiteY1" fmla="*/ 1247913 h 3130701"/>
              <a:gd name="connsiteX2" fmla="*/ 1249163 w 3124913"/>
              <a:gd name="connsiteY2" fmla="*/ 131120 h 3130701"/>
              <a:gd name="connsiteX3" fmla="*/ 1882271 w 3124913"/>
              <a:gd name="connsiteY3" fmla="*/ 131120 h 3130701"/>
              <a:gd name="connsiteX4" fmla="*/ 1882271 w 3124913"/>
              <a:gd name="connsiteY4" fmla="*/ 764228 h 3130701"/>
              <a:gd name="connsiteX5" fmla="*/ 1516049 w 3124913"/>
              <a:gd name="connsiteY5" fmla="*/ 1130450 h 3130701"/>
              <a:gd name="connsiteX6" fmla="*/ 2677238 w 3124913"/>
              <a:gd name="connsiteY6" fmla="*/ 1130450 h 3130701"/>
              <a:gd name="connsiteX7" fmla="*/ 3124913 w 3124913"/>
              <a:gd name="connsiteY7" fmla="*/ 1578125 h 3130701"/>
              <a:gd name="connsiteX8" fmla="*/ 2677238 w 3124913"/>
              <a:gd name="connsiteY8" fmla="*/ 2025800 h 3130701"/>
              <a:gd name="connsiteX9" fmla="*/ 1545864 w 3124913"/>
              <a:gd name="connsiteY9" fmla="*/ 2025800 h 3130701"/>
              <a:gd name="connsiteX10" fmla="*/ 1883520 w 3124913"/>
              <a:gd name="connsiteY10" fmla="*/ 2363456 h 3130701"/>
              <a:gd name="connsiteX11" fmla="*/ 1883520 w 3124913"/>
              <a:gd name="connsiteY11" fmla="*/ 2999063 h 3130701"/>
              <a:gd name="connsiteX12" fmla="*/ 1247913 w 3124913"/>
              <a:gd name="connsiteY12" fmla="*/ 2999063 h 3130701"/>
              <a:gd name="connsiteX13" fmla="*/ 132370 w 3124913"/>
              <a:gd name="connsiteY13" fmla="*/ 1883520 h 3130701"/>
              <a:gd name="connsiteX14" fmla="*/ 131809 w 3124913"/>
              <a:gd name="connsiteY14" fmla="*/ 1882832 h 3130701"/>
              <a:gd name="connsiteX15" fmla="*/ 131121 w 3124913"/>
              <a:gd name="connsiteY15" fmla="*/ 1882270 h 3130701"/>
              <a:gd name="connsiteX16" fmla="*/ 131121 w 3124913"/>
              <a:gd name="connsiteY16" fmla="*/ 1249162 h 3130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24913" h="3130701">
                <a:moveTo>
                  <a:pt x="131121" y="1249162"/>
                </a:moveTo>
                <a:lnTo>
                  <a:pt x="132370" y="1247913"/>
                </a:lnTo>
                <a:lnTo>
                  <a:pt x="1249163" y="131120"/>
                </a:lnTo>
                <a:cubicBezTo>
                  <a:pt x="1423991" y="-43707"/>
                  <a:pt x="1707443" y="-43707"/>
                  <a:pt x="1882271" y="131120"/>
                </a:cubicBezTo>
                <a:cubicBezTo>
                  <a:pt x="2057099" y="305948"/>
                  <a:pt x="2057099" y="589401"/>
                  <a:pt x="1882271" y="764228"/>
                </a:cubicBezTo>
                <a:lnTo>
                  <a:pt x="1516049" y="1130450"/>
                </a:lnTo>
                <a:lnTo>
                  <a:pt x="2677238" y="1130450"/>
                </a:lnTo>
                <a:cubicBezTo>
                  <a:pt x="2924482" y="1130450"/>
                  <a:pt x="3124913" y="1330881"/>
                  <a:pt x="3124913" y="1578125"/>
                </a:cubicBezTo>
                <a:cubicBezTo>
                  <a:pt x="3124913" y="1825369"/>
                  <a:pt x="2924482" y="2025800"/>
                  <a:pt x="2677238" y="2025800"/>
                </a:cubicBezTo>
                <a:lnTo>
                  <a:pt x="1545864" y="2025800"/>
                </a:lnTo>
                <a:lnTo>
                  <a:pt x="1883520" y="2363456"/>
                </a:lnTo>
                <a:cubicBezTo>
                  <a:pt x="2059038" y="2538974"/>
                  <a:pt x="2059038" y="2823545"/>
                  <a:pt x="1883520" y="2999063"/>
                </a:cubicBezTo>
                <a:cubicBezTo>
                  <a:pt x="1708002" y="3174581"/>
                  <a:pt x="1423431" y="3174581"/>
                  <a:pt x="1247913" y="2999063"/>
                </a:cubicBezTo>
                <a:lnTo>
                  <a:pt x="132370" y="1883520"/>
                </a:lnTo>
                <a:lnTo>
                  <a:pt x="131809" y="1882832"/>
                </a:lnTo>
                <a:lnTo>
                  <a:pt x="131121" y="1882270"/>
                </a:lnTo>
                <a:cubicBezTo>
                  <a:pt x="-43707" y="1707442"/>
                  <a:pt x="-43707" y="1423990"/>
                  <a:pt x="131121" y="1249162"/>
                </a:cubicBezTo>
                <a:close/>
              </a:path>
            </a:pathLst>
          </a:custGeom>
          <a:solidFill>
            <a:schemeClr val="accent3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p>
            <a:pPr algn="ctr">
              <a:lnSpc>
                <a:spcPct val="120000"/>
              </a:lnSpc>
            </a:pPr>
            <a:endParaRPr>
              <a:latin typeface="+mn-ea"/>
              <a:sym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 bwMode="auto">
          <a:xfrm>
            <a:off x="6343757" y="3219781"/>
            <a:ext cx="1986438" cy="302972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监测生态变化：无人机可对生态环境进行长期监测和拍摄，为生态保护提供数据支持</a:t>
            </a:r>
            <a:endParaRPr lang="zh-CN" altLang="en-US" sz="2000" spc="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5" name="矩形 44"/>
          <p:cNvSpPr/>
          <p:nvPr>
            <p:custDataLst>
              <p:tags r:id="rId9"/>
            </p:custDataLst>
          </p:nvPr>
        </p:nvSpPr>
        <p:spPr>
          <a:xfrm>
            <a:off x="6474643" y="2843970"/>
            <a:ext cx="1723029" cy="122017"/>
          </a:xfrm>
          <a:prstGeom prst="rect">
            <a:avLst/>
          </a:prstGeom>
          <a:solidFill>
            <a:schemeClr val="accent3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25000"/>
          </a:bodyPr>
          <a:p>
            <a:pPr algn="ctr">
              <a:lnSpc>
                <a:spcPct val="140000"/>
              </a:lnSpc>
            </a:pPr>
            <a:endParaRPr>
              <a:latin typeface="+mn-ea"/>
              <a:sym typeface="Arial" panose="020B0604020202020204" pitchFamily="34" charset="0"/>
            </a:endParaRPr>
          </a:p>
        </p:txBody>
      </p:sp>
      <p:sp>
        <p:nvSpPr>
          <p:cNvPr id="23" name="任意多边形 22"/>
          <p:cNvSpPr/>
          <p:nvPr>
            <p:custDataLst>
              <p:tags r:id="rId10"/>
            </p:custDataLst>
          </p:nvPr>
        </p:nvSpPr>
        <p:spPr>
          <a:xfrm rot="2700000" flipH="1" flipV="1">
            <a:off x="9185670" y="1490400"/>
            <a:ext cx="1277112" cy="1279331"/>
          </a:xfrm>
          <a:custGeom>
            <a:avLst/>
            <a:gdLst>
              <a:gd name="connsiteX0" fmla="*/ 131121 w 3124913"/>
              <a:gd name="connsiteY0" fmla="*/ 1249162 h 3130701"/>
              <a:gd name="connsiteX1" fmla="*/ 132370 w 3124913"/>
              <a:gd name="connsiteY1" fmla="*/ 1247913 h 3130701"/>
              <a:gd name="connsiteX2" fmla="*/ 1249163 w 3124913"/>
              <a:gd name="connsiteY2" fmla="*/ 131120 h 3130701"/>
              <a:gd name="connsiteX3" fmla="*/ 1882271 w 3124913"/>
              <a:gd name="connsiteY3" fmla="*/ 131120 h 3130701"/>
              <a:gd name="connsiteX4" fmla="*/ 1882271 w 3124913"/>
              <a:gd name="connsiteY4" fmla="*/ 764228 h 3130701"/>
              <a:gd name="connsiteX5" fmla="*/ 1516049 w 3124913"/>
              <a:gd name="connsiteY5" fmla="*/ 1130450 h 3130701"/>
              <a:gd name="connsiteX6" fmla="*/ 2677238 w 3124913"/>
              <a:gd name="connsiteY6" fmla="*/ 1130450 h 3130701"/>
              <a:gd name="connsiteX7" fmla="*/ 3124913 w 3124913"/>
              <a:gd name="connsiteY7" fmla="*/ 1578125 h 3130701"/>
              <a:gd name="connsiteX8" fmla="*/ 2677238 w 3124913"/>
              <a:gd name="connsiteY8" fmla="*/ 2025800 h 3130701"/>
              <a:gd name="connsiteX9" fmla="*/ 1545864 w 3124913"/>
              <a:gd name="connsiteY9" fmla="*/ 2025800 h 3130701"/>
              <a:gd name="connsiteX10" fmla="*/ 1883520 w 3124913"/>
              <a:gd name="connsiteY10" fmla="*/ 2363456 h 3130701"/>
              <a:gd name="connsiteX11" fmla="*/ 1883520 w 3124913"/>
              <a:gd name="connsiteY11" fmla="*/ 2999063 h 3130701"/>
              <a:gd name="connsiteX12" fmla="*/ 1247913 w 3124913"/>
              <a:gd name="connsiteY12" fmla="*/ 2999063 h 3130701"/>
              <a:gd name="connsiteX13" fmla="*/ 132370 w 3124913"/>
              <a:gd name="connsiteY13" fmla="*/ 1883520 h 3130701"/>
              <a:gd name="connsiteX14" fmla="*/ 131809 w 3124913"/>
              <a:gd name="connsiteY14" fmla="*/ 1882832 h 3130701"/>
              <a:gd name="connsiteX15" fmla="*/ 131121 w 3124913"/>
              <a:gd name="connsiteY15" fmla="*/ 1882270 h 3130701"/>
              <a:gd name="connsiteX16" fmla="*/ 131121 w 3124913"/>
              <a:gd name="connsiteY16" fmla="*/ 1249162 h 3130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24913" h="3130701">
                <a:moveTo>
                  <a:pt x="131121" y="1249162"/>
                </a:moveTo>
                <a:lnTo>
                  <a:pt x="132370" y="1247913"/>
                </a:lnTo>
                <a:lnTo>
                  <a:pt x="1249163" y="131120"/>
                </a:lnTo>
                <a:cubicBezTo>
                  <a:pt x="1423991" y="-43707"/>
                  <a:pt x="1707443" y="-43707"/>
                  <a:pt x="1882271" y="131120"/>
                </a:cubicBezTo>
                <a:cubicBezTo>
                  <a:pt x="2057099" y="305948"/>
                  <a:pt x="2057099" y="589401"/>
                  <a:pt x="1882271" y="764228"/>
                </a:cubicBezTo>
                <a:lnTo>
                  <a:pt x="1516049" y="1130450"/>
                </a:lnTo>
                <a:lnTo>
                  <a:pt x="2677238" y="1130450"/>
                </a:lnTo>
                <a:cubicBezTo>
                  <a:pt x="2924482" y="1130450"/>
                  <a:pt x="3124913" y="1330881"/>
                  <a:pt x="3124913" y="1578125"/>
                </a:cubicBezTo>
                <a:cubicBezTo>
                  <a:pt x="3124913" y="1825369"/>
                  <a:pt x="2924482" y="2025800"/>
                  <a:pt x="2677238" y="2025800"/>
                </a:cubicBezTo>
                <a:lnTo>
                  <a:pt x="1545864" y="2025800"/>
                </a:lnTo>
                <a:lnTo>
                  <a:pt x="1883520" y="2363456"/>
                </a:lnTo>
                <a:cubicBezTo>
                  <a:pt x="2059038" y="2538974"/>
                  <a:pt x="2059038" y="2823545"/>
                  <a:pt x="1883520" y="2999063"/>
                </a:cubicBezTo>
                <a:cubicBezTo>
                  <a:pt x="1708002" y="3174581"/>
                  <a:pt x="1423431" y="3174581"/>
                  <a:pt x="1247913" y="2999063"/>
                </a:cubicBezTo>
                <a:lnTo>
                  <a:pt x="132370" y="1883520"/>
                </a:lnTo>
                <a:lnTo>
                  <a:pt x="131809" y="1882832"/>
                </a:lnTo>
                <a:lnTo>
                  <a:pt x="131121" y="1882270"/>
                </a:lnTo>
                <a:cubicBezTo>
                  <a:pt x="-43707" y="1707442"/>
                  <a:pt x="-43707" y="1423990"/>
                  <a:pt x="131121" y="1249162"/>
                </a:cubicBezTo>
                <a:close/>
              </a:path>
            </a:pathLst>
          </a:cu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p>
            <a:pPr algn="ctr">
              <a:lnSpc>
                <a:spcPct val="120000"/>
              </a:lnSpc>
            </a:pPr>
            <a:endParaRPr>
              <a:latin typeface="+mn-ea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 bwMode="auto">
          <a:xfrm>
            <a:off x="8831241" y="3219781"/>
            <a:ext cx="1986438" cy="302972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参与环保宣传：无人机可在公共场所进行环保宣传和拍摄，提高公众对环保的重视程度</a:t>
            </a:r>
            <a:endParaRPr lang="zh-CN" altLang="en-US" sz="2000" spc="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6" name="矩形 45"/>
          <p:cNvSpPr/>
          <p:nvPr>
            <p:custDataLst>
              <p:tags r:id="rId12"/>
            </p:custDataLst>
          </p:nvPr>
        </p:nvSpPr>
        <p:spPr>
          <a:xfrm>
            <a:off x="8962775" y="2843970"/>
            <a:ext cx="1723029" cy="122017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25000"/>
          </a:bodyPr>
          <a:p>
            <a:pPr algn="ctr">
              <a:lnSpc>
                <a:spcPct val="140000"/>
              </a:lnSpc>
            </a:pPr>
            <a:endParaRPr>
              <a:latin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无人机未来发展趋势和展望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无人机技术发展现状与趋势</a:t>
            </a:r>
            <a:endParaRPr lang="zh-CN" altLang="en-US"/>
          </a:p>
        </p:txBody>
      </p:sp>
      <p:sp>
        <p:nvSpPr>
          <p:cNvPr id="31" name="五边形 30"/>
          <p:cNvSpPr/>
          <p:nvPr>
            <p:custDataLst>
              <p:tags r:id="rId1"/>
            </p:custDataLst>
          </p:nvPr>
        </p:nvSpPr>
        <p:spPr>
          <a:xfrm>
            <a:off x="608400" y="3293207"/>
            <a:ext cx="2907318" cy="1181787"/>
          </a:xfrm>
          <a:prstGeom prst="homePlate">
            <a:avLst/>
          </a:prstGeom>
          <a:ln>
            <a:noFill/>
          </a:ln>
          <a:effectLst>
            <a:outerShdw blurRad="50800" dist="38100" algn="l" rotWithShape="0">
              <a:schemeClr val="accent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37" name="燕尾形 36"/>
          <p:cNvSpPr/>
          <p:nvPr>
            <p:custDataLst>
              <p:tags r:id="rId2"/>
            </p:custDataLst>
          </p:nvPr>
        </p:nvSpPr>
        <p:spPr>
          <a:xfrm>
            <a:off x="3220492" y="3293207"/>
            <a:ext cx="2907318" cy="1181787"/>
          </a:xfrm>
          <a:prstGeom prst="chevron">
            <a:avLst/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schemeClr val="accent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5900" rIns="0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38" name="燕尾形 37"/>
          <p:cNvSpPr/>
          <p:nvPr>
            <p:custDataLst>
              <p:tags r:id="rId3"/>
            </p:custDataLst>
          </p:nvPr>
        </p:nvSpPr>
        <p:spPr>
          <a:xfrm>
            <a:off x="8444676" y="3293207"/>
            <a:ext cx="2907318" cy="1181787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>
            <a:outerShdw blurRad="50800" dist="38100" algn="l" rotWithShape="0">
              <a:schemeClr val="accent3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5900" rIns="0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39" name="燕尾形 38"/>
          <p:cNvSpPr/>
          <p:nvPr>
            <p:custDataLst>
              <p:tags r:id="rId4"/>
            </p:custDataLst>
          </p:nvPr>
        </p:nvSpPr>
        <p:spPr>
          <a:xfrm>
            <a:off x="5832584" y="3293207"/>
            <a:ext cx="2907318" cy="1181787"/>
          </a:xfrm>
          <a:prstGeom prst="chevron">
            <a:avLst/>
          </a:prstGeom>
          <a:solidFill>
            <a:schemeClr val="accent6"/>
          </a:solidFill>
          <a:ln>
            <a:noFill/>
          </a:ln>
          <a:effectLst>
            <a:outerShdw blurRad="50800" dist="38100" algn="l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5900" rIns="0" rtlCol="0" anchor="ctr">
            <a:normAutofit/>
          </a:bodyPr>
          <a:p>
            <a:pPr algn="ctr"/>
            <a:r>
              <a:rPr lang="zh-CN" altLang="en-US" sz="2000" b="1">
                <a:latin typeface="+mj-ea"/>
                <a:ea typeface="+mj-ea"/>
                <a:sym typeface="+mn-ea"/>
              </a:rPr>
              <a:t>添加标题</a:t>
            </a:r>
            <a:endParaRPr lang="zh-CN" altLang="en-US" sz="2000" b="1">
              <a:latin typeface="+mj-ea"/>
              <a:ea typeface="+mj-ea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3159684" y="4727038"/>
            <a:ext cx="3135568" cy="1373904"/>
          </a:xfrm>
          <a:prstGeom prst="rect">
            <a:avLst/>
          </a:prstGeom>
          <a:noFill/>
        </p:spPr>
        <p:txBody>
          <a:bodyPr wrap="square" lIns="0" rtlCol="0">
            <a:normAutofit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无人机应用领域不断拓展</a:t>
            </a:r>
            <a:endParaRPr lang="zh-CN" altLang="en-US" sz="1400" spc="15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08400" y="1639940"/>
            <a:ext cx="3135568" cy="1414443"/>
          </a:xfrm>
          <a:prstGeom prst="rect">
            <a:avLst/>
          </a:prstGeom>
          <a:noFill/>
        </p:spPr>
        <p:txBody>
          <a:bodyPr wrap="square" lIns="0" rtlCol="0">
            <a:normAutofit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 dirty="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无人机技术不断升级</a:t>
            </a:r>
            <a:endParaRPr lang="zh-CN" altLang="en-US" sz="1400" spc="150" dirty="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830821" y="1639940"/>
            <a:ext cx="3135568" cy="1414443"/>
          </a:xfrm>
          <a:prstGeom prst="rect">
            <a:avLst/>
          </a:prstGeom>
          <a:noFill/>
        </p:spPr>
        <p:txBody>
          <a:bodyPr wrap="square" lIns="0" rtlCol="0">
            <a:normAutofit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无人机智能化成为发展趋势</a:t>
            </a:r>
            <a:endParaRPr lang="zh-CN" altLang="en-US" sz="1400" spc="15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8442032" y="4727038"/>
            <a:ext cx="3135568" cy="1373904"/>
          </a:xfrm>
          <a:prstGeom prst="rect">
            <a:avLst/>
          </a:prstGeom>
          <a:noFill/>
        </p:spPr>
        <p:txBody>
          <a:bodyPr wrap="square" lIns="0" rtlCol="0">
            <a:normAutofit/>
            <a:scene3d>
              <a:camera prst="orthographicFront"/>
              <a:lightRig rig="threePt" dir="t"/>
            </a:scene3d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chemeClr val="tx1"/>
                </a:solidFill>
                <a:effectLst/>
                <a:uFillTx/>
                <a:latin typeface="+mn-ea"/>
                <a:sym typeface="+mn-ea"/>
              </a:rPr>
              <a:t>无人机与人工智能技术相结合将创造更多机会</a:t>
            </a:r>
            <a:endParaRPr lang="zh-CN" altLang="en-US" sz="1400" spc="150">
              <a:solidFill>
                <a:schemeClr val="tx1"/>
              </a:solidFill>
              <a:effectLst/>
              <a:uFillTx/>
              <a:latin typeface="+mn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无人机在各领域的发展前景</a:t>
            </a:r>
            <a:endParaRPr lang="zh-CN" altLang="en-US"/>
          </a:p>
        </p:txBody>
      </p:sp>
      <p:sp>
        <p:nvSpPr>
          <p:cNvPr id="16" name="对角圆角矩形 15"/>
          <p:cNvSpPr/>
          <p:nvPr>
            <p:custDataLst>
              <p:tags r:id="rId1"/>
            </p:custDataLst>
          </p:nvPr>
        </p:nvSpPr>
        <p:spPr>
          <a:xfrm>
            <a:off x="1499579" y="4193816"/>
            <a:ext cx="9186992" cy="774331"/>
          </a:xfrm>
          <a:prstGeom prst="round2DiagRect">
            <a:avLst>
              <a:gd name="adj1" fmla="val 26654"/>
              <a:gd name="adj2" fmla="val 20751"/>
            </a:avLst>
          </a:prstGeom>
          <a:solidFill>
            <a:srgbClr val="F2F2F2"/>
          </a:solidFill>
          <a:ln>
            <a:noFill/>
          </a:ln>
          <a:effectLst>
            <a:outerShdw blurRad="254000" dist="38100" dir="64200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对角圆角矩形 16"/>
          <p:cNvSpPr/>
          <p:nvPr>
            <p:custDataLst>
              <p:tags r:id="rId2"/>
            </p:custDataLst>
          </p:nvPr>
        </p:nvSpPr>
        <p:spPr>
          <a:xfrm>
            <a:off x="1499579" y="4053195"/>
            <a:ext cx="559136" cy="533537"/>
          </a:xfrm>
          <a:prstGeom prst="round2DiagRect">
            <a:avLst>
              <a:gd name="adj1" fmla="val 26654"/>
              <a:gd name="adj2" fmla="val 0"/>
            </a:avLst>
          </a:prstGeom>
          <a:solidFill>
            <a:schemeClr val="accent3"/>
          </a:solidFill>
          <a:ln>
            <a:noFill/>
          </a:ln>
          <a:effectLst>
            <a:outerShdw blurRad="165100" dist="25400" dir="2700000" sx="102000" sy="102000" algn="tl" rotWithShape="0">
              <a:schemeClr val="accent3">
                <a:alpha val="3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8" name="直角三角形 17"/>
          <p:cNvSpPr/>
          <p:nvPr>
            <p:custDataLst>
              <p:tags r:id="rId3"/>
            </p:custDataLst>
          </p:nvPr>
        </p:nvSpPr>
        <p:spPr>
          <a:xfrm>
            <a:off x="2058840" y="4053840"/>
            <a:ext cx="84243" cy="140404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2094963" y="4204782"/>
            <a:ext cx="8300713" cy="760993"/>
          </a:xfrm>
          <a:prstGeom prst="rect">
            <a:avLst/>
          </a:prstGeom>
          <a:noFill/>
        </p:spPr>
        <p:txBody>
          <a:bodyPr wrap="square" tIns="0" bIns="107950" rtlCol="0" anchor="ctr" anchorCtr="0">
            <a:normAutofit/>
          </a:bodyPr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sym typeface="+mn-ea"/>
              </a:rPr>
              <a:t>无人机在环保领域的应用：巡查、监测环境状况，保护生态环境</a:t>
            </a:r>
            <a:endParaRPr lang="en-US" altLang="zh-CN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53" name="对角圆角矩形 52"/>
          <p:cNvSpPr/>
          <p:nvPr>
            <p:custDataLst>
              <p:tags r:id="rId5"/>
            </p:custDataLst>
          </p:nvPr>
        </p:nvSpPr>
        <p:spPr>
          <a:xfrm>
            <a:off x="1499579" y="1631667"/>
            <a:ext cx="9186992" cy="774331"/>
          </a:xfrm>
          <a:prstGeom prst="round2DiagRect">
            <a:avLst>
              <a:gd name="adj1" fmla="val 26654"/>
              <a:gd name="adj2" fmla="val 20751"/>
            </a:avLst>
          </a:prstGeom>
          <a:solidFill>
            <a:srgbClr val="F2F2F2"/>
          </a:solidFill>
          <a:ln>
            <a:noFill/>
          </a:ln>
          <a:effectLst>
            <a:outerShdw blurRad="254000" dist="38100" dir="64200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4" name="对角圆角矩形 53"/>
          <p:cNvSpPr/>
          <p:nvPr>
            <p:custDataLst>
              <p:tags r:id="rId6"/>
            </p:custDataLst>
          </p:nvPr>
        </p:nvSpPr>
        <p:spPr>
          <a:xfrm>
            <a:off x="1499579" y="1490400"/>
            <a:ext cx="559136" cy="533537"/>
          </a:xfrm>
          <a:prstGeom prst="round2DiagRect">
            <a:avLst>
              <a:gd name="adj1" fmla="val 26654"/>
              <a:gd name="adj2" fmla="val 0"/>
            </a:avLst>
          </a:prstGeom>
          <a:solidFill>
            <a:schemeClr val="accent1"/>
          </a:solidFill>
          <a:ln>
            <a:noFill/>
          </a:ln>
          <a:effectLst>
            <a:outerShdw blurRad="165100" dist="25400" dir="2700000" sx="102000" sy="102000" algn="tl" rotWithShape="0">
              <a:schemeClr val="accent1">
                <a:alpha val="3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5" name="直角三角形 54"/>
          <p:cNvSpPr/>
          <p:nvPr>
            <p:custDataLst>
              <p:tags r:id="rId7"/>
            </p:custDataLst>
          </p:nvPr>
        </p:nvSpPr>
        <p:spPr>
          <a:xfrm>
            <a:off x="2058840" y="1491045"/>
            <a:ext cx="84243" cy="140404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7" name="文本框 56"/>
          <p:cNvSpPr txBox="1"/>
          <p:nvPr>
            <p:custDataLst>
              <p:tags r:id="rId8"/>
            </p:custDataLst>
          </p:nvPr>
        </p:nvSpPr>
        <p:spPr>
          <a:xfrm>
            <a:off x="2094963" y="1634892"/>
            <a:ext cx="8300713" cy="760993"/>
          </a:xfrm>
          <a:prstGeom prst="rect">
            <a:avLst/>
          </a:prstGeom>
          <a:noFill/>
        </p:spPr>
        <p:txBody>
          <a:bodyPr wrap="square" tIns="0" bIns="107950" rtlCol="0" anchor="ctr" anchorCtr="0">
            <a:norm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sym typeface="+mn-ea"/>
              </a:rPr>
              <a:t>无人机在农业领域的应用：监测作物生长、提高产量和品质</a:t>
            </a:r>
            <a:endParaRPr lang="zh-CN" altLang="en-US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6" name="对角圆角矩形 5"/>
          <p:cNvSpPr/>
          <p:nvPr>
            <p:custDataLst>
              <p:tags r:id="rId9"/>
            </p:custDataLst>
          </p:nvPr>
        </p:nvSpPr>
        <p:spPr>
          <a:xfrm>
            <a:off x="1499579" y="2912742"/>
            <a:ext cx="9186992" cy="774331"/>
          </a:xfrm>
          <a:prstGeom prst="round2DiagRect">
            <a:avLst>
              <a:gd name="adj1" fmla="val 26654"/>
              <a:gd name="adj2" fmla="val 20751"/>
            </a:avLst>
          </a:prstGeom>
          <a:solidFill>
            <a:srgbClr val="F2F2F2"/>
          </a:solidFill>
          <a:ln>
            <a:noFill/>
          </a:ln>
          <a:effectLst>
            <a:outerShdw blurRad="254000" dist="38100" dir="64200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" name="对角圆角矩形 6"/>
          <p:cNvSpPr/>
          <p:nvPr>
            <p:custDataLst>
              <p:tags r:id="rId10"/>
            </p:custDataLst>
          </p:nvPr>
        </p:nvSpPr>
        <p:spPr>
          <a:xfrm>
            <a:off x="1499579" y="2771475"/>
            <a:ext cx="559136" cy="533537"/>
          </a:xfrm>
          <a:prstGeom prst="round2DiagRect">
            <a:avLst>
              <a:gd name="adj1" fmla="val 26654"/>
              <a:gd name="adj2" fmla="val 0"/>
            </a:avLst>
          </a:prstGeom>
          <a:solidFill>
            <a:schemeClr val="accent2"/>
          </a:solidFill>
          <a:ln>
            <a:noFill/>
          </a:ln>
          <a:effectLst>
            <a:outerShdw blurRad="165100" dist="25400" dir="2700000" sx="102000" sy="102000" algn="tl" rotWithShape="0">
              <a:schemeClr val="accent2">
                <a:alpha val="3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" name="直角三角形 7"/>
          <p:cNvSpPr/>
          <p:nvPr>
            <p:custDataLst>
              <p:tags r:id="rId11"/>
            </p:custDataLst>
          </p:nvPr>
        </p:nvSpPr>
        <p:spPr>
          <a:xfrm>
            <a:off x="2058840" y="2772765"/>
            <a:ext cx="84243" cy="140404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94963" y="2923707"/>
            <a:ext cx="8300713" cy="760993"/>
          </a:xfrm>
          <a:prstGeom prst="rect">
            <a:avLst/>
          </a:prstGeom>
          <a:noFill/>
        </p:spPr>
        <p:txBody>
          <a:bodyPr wrap="square" tIns="0" bIns="107950" rtlCol="0" anchor="ctr" anchorCtr="0">
            <a:norm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sym typeface="+mn-ea"/>
              </a:rPr>
              <a:t>无人机在物流领域的应用：快速、高效的配送服务，提高物流效率</a:t>
            </a:r>
            <a:endParaRPr lang="zh-CN" altLang="en-US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0" name="对角圆角矩形 9"/>
          <p:cNvSpPr/>
          <p:nvPr>
            <p:custDataLst>
              <p:tags r:id="rId13"/>
            </p:custDataLst>
          </p:nvPr>
        </p:nvSpPr>
        <p:spPr>
          <a:xfrm>
            <a:off x="1499579" y="5475536"/>
            <a:ext cx="9186992" cy="774331"/>
          </a:xfrm>
          <a:prstGeom prst="round2DiagRect">
            <a:avLst>
              <a:gd name="adj1" fmla="val 26654"/>
              <a:gd name="adj2" fmla="val 20751"/>
            </a:avLst>
          </a:prstGeom>
          <a:solidFill>
            <a:srgbClr val="F2F2F2"/>
          </a:solidFill>
          <a:ln>
            <a:noFill/>
          </a:ln>
          <a:effectLst>
            <a:outerShdw blurRad="254000" dist="38100" dir="64200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对角圆角矩形 10"/>
          <p:cNvSpPr/>
          <p:nvPr>
            <p:custDataLst>
              <p:tags r:id="rId14"/>
            </p:custDataLst>
          </p:nvPr>
        </p:nvSpPr>
        <p:spPr>
          <a:xfrm>
            <a:off x="1499579" y="5334270"/>
            <a:ext cx="559136" cy="533537"/>
          </a:xfrm>
          <a:prstGeom prst="round2DiagRect">
            <a:avLst>
              <a:gd name="adj1" fmla="val 26654"/>
              <a:gd name="adj2" fmla="val 0"/>
            </a:avLst>
          </a:prstGeom>
          <a:solidFill>
            <a:schemeClr val="accent4"/>
          </a:solidFill>
          <a:ln>
            <a:noFill/>
          </a:ln>
          <a:effectLst>
            <a:outerShdw blurRad="165100" dist="25400" dir="2700000" sx="102000" sy="102000" algn="tl" rotWithShape="0">
              <a:schemeClr val="accent4">
                <a:alpha val="3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2" name="直角三角形 11"/>
          <p:cNvSpPr/>
          <p:nvPr>
            <p:custDataLst>
              <p:tags r:id="rId15"/>
            </p:custDataLst>
          </p:nvPr>
        </p:nvSpPr>
        <p:spPr>
          <a:xfrm>
            <a:off x="2058840" y="5334915"/>
            <a:ext cx="84243" cy="140404"/>
          </a:xfrm>
          <a:prstGeom prst="rtTriangl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6"/>
            </p:custDataLst>
          </p:nvPr>
        </p:nvSpPr>
        <p:spPr>
          <a:xfrm>
            <a:off x="2094963" y="5485857"/>
            <a:ext cx="8300713" cy="760993"/>
          </a:xfrm>
          <a:prstGeom prst="rect">
            <a:avLst/>
          </a:prstGeom>
          <a:noFill/>
        </p:spPr>
        <p:txBody>
          <a:bodyPr wrap="square" tIns="0" bIns="107950" rtlCol="0" anchor="ctr" anchorCtr="0">
            <a:normAutofit/>
          </a:bodyPr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sym typeface="+mn-ea"/>
              </a:rPr>
              <a:t>无人机在救援领域的应用：在危险环境下进行搜救、勘察工作，提高救援效率</a:t>
            </a:r>
            <a:endParaRPr lang="en-US" altLang="zh-CN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无人机对未来社会的影响和贡献</a:t>
            </a:r>
            <a:endParaRPr lang="zh-CN" altLang="en-US"/>
          </a:p>
        </p:txBody>
      </p:sp>
      <p:sp>
        <p:nvSpPr>
          <p:cNvPr id="4" name="五边形 16"/>
          <p:cNvSpPr/>
          <p:nvPr>
            <p:custDataLst>
              <p:tags r:id="rId1"/>
            </p:custDataLst>
          </p:nvPr>
        </p:nvSpPr>
        <p:spPr>
          <a:xfrm rot="16200000" flipH="1">
            <a:off x="7128912" y="1615857"/>
            <a:ext cx="855618" cy="248966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5" name="五边形 17"/>
          <p:cNvSpPr/>
          <p:nvPr>
            <p:custDataLst>
              <p:tags r:id="rId2"/>
            </p:custDataLst>
          </p:nvPr>
        </p:nvSpPr>
        <p:spPr>
          <a:xfrm rot="16200000" flipH="1">
            <a:off x="7150060" y="4389398"/>
            <a:ext cx="813383" cy="2234071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6" name="任意多边形 18"/>
          <p:cNvSpPr/>
          <p:nvPr>
            <p:custDataLst>
              <p:tags r:id="rId3"/>
            </p:custDataLst>
          </p:nvPr>
        </p:nvSpPr>
        <p:spPr>
          <a:xfrm>
            <a:off x="6439372" y="2429720"/>
            <a:ext cx="2234071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7" name="任意多边形 19"/>
          <p:cNvSpPr/>
          <p:nvPr>
            <p:custDataLst>
              <p:tags r:id="rId4"/>
            </p:custDataLst>
          </p:nvPr>
        </p:nvSpPr>
        <p:spPr>
          <a:xfrm flipV="1">
            <a:off x="6311846" y="1790165"/>
            <a:ext cx="2489664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8" name="五边形 2"/>
          <p:cNvSpPr/>
          <p:nvPr>
            <p:custDataLst>
              <p:tags r:id="rId5"/>
            </p:custDataLst>
          </p:nvPr>
        </p:nvSpPr>
        <p:spPr>
          <a:xfrm rot="16200000" flipH="1">
            <a:off x="1424826" y="1616498"/>
            <a:ext cx="855618" cy="248820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9" name="五边形 3"/>
          <p:cNvSpPr/>
          <p:nvPr>
            <p:custDataLst>
              <p:tags r:id="rId6"/>
            </p:custDataLst>
          </p:nvPr>
        </p:nvSpPr>
        <p:spPr>
          <a:xfrm rot="16200000" flipH="1">
            <a:off x="1447255" y="4389398"/>
            <a:ext cx="813383" cy="2234071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0" name="任意多边形 4"/>
          <p:cNvSpPr/>
          <p:nvPr>
            <p:custDataLst>
              <p:tags r:id="rId7"/>
            </p:custDataLst>
          </p:nvPr>
        </p:nvSpPr>
        <p:spPr>
          <a:xfrm>
            <a:off x="736567" y="2429720"/>
            <a:ext cx="2234071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1" name="任意多边形 5"/>
          <p:cNvSpPr/>
          <p:nvPr>
            <p:custDataLst>
              <p:tags r:id="rId8"/>
            </p:custDataLst>
          </p:nvPr>
        </p:nvSpPr>
        <p:spPr>
          <a:xfrm flipV="1">
            <a:off x="608400" y="1790165"/>
            <a:ext cx="2488208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3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36567" y="3139126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R="0" lvl="0" indent="0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无人机在未来的应用场景和潜力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4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439372" y="3139126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lvl="0" indent="0" defTabSz="121920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无人机对未来社会的积极影响和贡献</a:t>
            </a:r>
            <a:endParaRPr sz="2000" dirty="0" err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5" name="五边形 9"/>
          <p:cNvSpPr/>
          <p:nvPr>
            <p:custDataLst>
              <p:tags r:id="rId11"/>
            </p:custDataLst>
          </p:nvPr>
        </p:nvSpPr>
        <p:spPr>
          <a:xfrm rot="16200000" flipH="1">
            <a:off x="4350245" y="1629315"/>
            <a:ext cx="855618" cy="248820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6" name="五边形 10"/>
          <p:cNvSpPr/>
          <p:nvPr>
            <p:custDataLst>
              <p:tags r:id="rId12"/>
            </p:custDataLst>
          </p:nvPr>
        </p:nvSpPr>
        <p:spPr>
          <a:xfrm rot="16200000" flipH="1">
            <a:off x="4372033" y="4402215"/>
            <a:ext cx="813383" cy="2234071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7" name="任意多边形 11"/>
          <p:cNvSpPr/>
          <p:nvPr>
            <p:custDataLst>
              <p:tags r:id="rId13"/>
            </p:custDataLst>
          </p:nvPr>
        </p:nvSpPr>
        <p:spPr>
          <a:xfrm>
            <a:off x="3661346" y="2441896"/>
            <a:ext cx="2234071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8" name="任意多边形 12"/>
          <p:cNvSpPr/>
          <p:nvPr>
            <p:custDataLst>
              <p:tags r:id="rId14"/>
            </p:custDataLst>
          </p:nvPr>
        </p:nvSpPr>
        <p:spPr>
          <a:xfrm flipV="1">
            <a:off x="3533819" y="1803622"/>
            <a:ext cx="2488208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0" name="五边形 23"/>
          <p:cNvSpPr/>
          <p:nvPr>
            <p:custDataLst>
              <p:tags r:id="rId15"/>
            </p:custDataLst>
          </p:nvPr>
        </p:nvSpPr>
        <p:spPr>
          <a:xfrm rot="16200000" flipH="1">
            <a:off x="9906298" y="1654307"/>
            <a:ext cx="855618" cy="248820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1" name="五边形 24"/>
          <p:cNvSpPr/>
          <p:nvPr>
            <p:custDataLst>
              <p:tags r:id="rId16"/>
            </p:custDataLst>
          </p:nvPr>
        </p:nvSpPr>
        <p:spPr>
          <a:xfrm rot="16200000" flipH="1">
            <a:off x="9928087" y="4425926"/>
            <a:ext cx="813383" cy="2235528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3" name="任意多边形 25"/>
          <p:cNvSpPr/>
          <p:nvPr>
            <p:custDataLst>
              <p:tags r:id="rId17"/>
            </p:custDataLst>
          </p:nvPr>
        </p:nvSpPr>
        <p:spPr>
          <a:xfrm>
            <a:off x="9216758" y="2466888"/>
            <a:ext cx="2235528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4" name="任意多边形 26"/>
          <p:cNvSpPr/>
          <p:nvPr>
            <p:custDataLst>
              <p:tags r:id="rId18"/>
            </p:custDataLst>
          </p:nvPr>
        </p:nvSpPr>
        <p:spPr>
          <a:xfrm flipV="1">
            <a:off x="9089872" y="1828615"/>
            <a:ext cx="2488208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9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9217399" y="3176294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lvl="0" indent="0" defTabSz="121920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未来社会对无人机的期望和需求</a:t>
            </a:r>
            <a:endParaRPr sz="2000" dirty="0" err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30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661346" y="3151302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lvl="0" indent="0" defTabSz="121920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无人机在各个领域的具体应用案例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06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总结与回顾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回顾学习内容</a:t>
            </a:r>
            <a:endParaRPr lang="zh-CN" altLang="en-US"/>
          </a:p>
        </p:txBody>
      </p:sp>
      <p:sp>
        <p:nvSpPr>
          <p:cNvPr id="4" name="五边形 16"/>
          <p:cNvSpPr/>
          <p:nvPr>
            <p:custDataLst>
              <p:tags r:id="rId1"/>
            </p:custDataLst>
          </p:nvPr>
        </p:nvSpPr>
        <p:spPr>
          <a:xfrm rot="16200000" flipH="1">
            <a:off x="7128912" y="1615857"/>
            <a:ext cx="855618" cy="248966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5" name="五边形 17"/>
          <p:cNvSpPr/>
          <p:nvPr>
            <p:custDataLst>
              <p:tags r:id="rId2"/>
            </p:custDataLst>
          </p:nvPr>
        </p:nvSpPr>
        <p:spPr>
          <a:xfrm rot="16200000" flipH="1">
            <a:off x="7150060" y="4389398"/>
            <a:ext cx="813383" cy="2234071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6" name="任意多边形 18"/>
          <p:cNvSpPr/>
          <p:nvPr>
            <p:custDataLst>
              <p:tags r:id="rId3"/>
            </p:custDataLst>
          </p:nvPr>
        </p:nvSpPr>
        <p:spPr>
          <a:xfrm>
            <a:off x="6439372" y="2429720"/>
            <a:ext cx="2234071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7" name="任意多边形 19"/>
          <p:cNvSpPr/>
          <p:nvPr>
            <p:custDataLst>
              <p:tags r:id="rId4"/>
            </p:custDataLst>
          </p:nvPr>
        </p:nvSpPr>
        <p:spPr>
          <a:xfrm flipV="1">
            <a:off x="6311846" y="1790165"/>
            <a:ext cx="2489664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8" name="五边形 2"/>
          <p:cNvSpPr/>
          <p:nvPr>
            <p:custDataLst>
              <p:tags r:id="rId5"/>
            </p:custDataLst>
          </p:nvPr>
        </p:nvSpPr>
        <p:spPr>
          <a:xfrm rot="16200000" flipH="1">
            <a:off x="1424826" y="1616498"/>
            <a:ext cx="855618" cy="248820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9" name="五边形 3"/>
          <p:cNvSpPr/>
          <p:nvPr>
            <p:custDataLst>
              <p:tags r:id="rId6"/>
            </p:custDataLst>
          </p:nvPr>
        </p:nvSpPr>
        <p:spPr>
          <a:xfrm rot="16200000" flipH="1">
            <a:off x="1447255" y="4389398"/>
            <a:ext cx="813383" cy="2234071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0" name="任意多边形 4"/>
          <p:cNvSpPr/>
          <p:nvPr>
            <p:custDataLst>
              <p:tags r:id="rId7"/>
            </p:custDataLst>
          </p:nvPr>
        </p:nvSpPr>
        <p:spPr>
          <a:xfrm>
            <a:off x="736567" y="2429720"/>
            <a:ext cx="2234071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1" name="任意多边形 5"/>
          <p:cNvSpPr/>
          <p:nvPr>
            <p:custDataLst>
              <p:tags r:id="rId8"/>
            </p:custDataLst>
          </p:nvPr>
        </p:nvSpPr>
        <p:spPr>
          <a:xfrm flipV="1">
            <a:off x="608400" y="1790165"/>
            <a:ext cx="2488208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3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36567" y="3139126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R="0" lvl="0" indent="0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无人机飞行规则概述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4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439372" y="3139126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lvl="0" indent="0" defTabSz="121920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飞行实践操作及问题解析</a:t>
            </a:r>
            <a:endParaRPr sz="2000" dirty="0" err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5" name="五边形 9"/>
          <p:cNvSpPr/>
          <p:nvPr>
            <p:custDataLst>
              <p:tags r:id="rId11"/>
            </p:custDataLst>
          </p:nvPr>
        </p:nvSpPr>
        <p:spPr>
          <a:xfrm rot="16200000" flipH="1">
            <a:off x="4350245" y="1629315"/>
            <a:ext cx="855618" cy="248820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6" name="五边形 10"/>
          <p:cNvSpPr/>
          <p:nvPr>
            <p:custDataLst>
              <p:tags r:id="rId12"/>
            </p:custDataLst>
          </p:nvPr>
        </p:nvSpPr>
        <p:spPr>
          <a:xfrm rot="16200000" flipH="1">
            <a:off x="4372033" y="4402215"/>
            <a:ext cx="813383" cy="2234071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7" name="任意多边形 11"/>
          <p:cNvSpPr/>
          <p:nvPr>
            <p:custDataLst>
              <p:tags r:id="rId13"/>
            </p:custDataLst>
          </p:nvPr>
        </p:nvSpPr>
        <p:spPr>
          <a:xfrm>
            <a:off x="3661346" y="2441896"/>
            <a:ext cx="2234071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8" name="任意多边形 12"/>
          <p:cNvSpPr/>
          <p:nvPr>
            <p:custDataLst>
              <p:tags r:id="rId14"/>
            </p:custDataLst>
          </p:nvPr>
        </p:nvSpPr>
        <p:spPr>
          <a:xfrm flipV="1">
            <a:off x="3533819" y="1803622"/>
            <a:ext cx="2488208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0" name="五边形 23"/>
          <p:cNvSpPr/>
          <p:nvPr>
            <p:custDataLst>
              <p:tags r:id="rId15"/>
            </p:custDataLst>
          </p:nvPr>
        </p:nvSpPr>
        <p:spPr>
          <a:xfrm rot="16200000" flipH="1">
            <a:off x="9906298" y="1654307"/>
            <a:ext cx="855618" cy="2488208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1" name="五边形 24"/>
          <p:cNvSpPr/>
          <p:nvPr>
            <p:custDataLst>
              <p:tags r:id="rId16"/>
            </p:custDataLst>
          </p:nvPr>
        </p:nvSpPr>
        <p:spPr>
          <a:xfrm rot="16200000" flipH="1">
            <a:off x="9928087" y="4425926"/>
            <a:ext cx="813383" cy="2235528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3" name="任意多边形 25"/>
          <p:cNvSpPr/>
          <p:nvPr>
            <p:custDataLst>
              <p:tags r:id="rId17"/>
            </p:custDataLst>
          </p:nvPr>
        </p:nvSpPr>
        <p:spPr>
          <a:xfrm>
            <a:off x="9216758" y="2466888"/>
            <a:ext cx="2235528" cy="3371497"/>
          </a:xfrm>
          <a:custGeom>
            <a:avLst/>
            <a:gdLst>
              <a:gd name="connsiteX0" fmla="*/ 0 w 2424214"/>
              <a:gd name="connsiteY0" fmla="*/ 0 h 3657136"/>
              <a:gd name="connsiteX1" fmla="*/ 2424214 w 2424214"/>
              <a:gd name="connsiteY1" fmla="*/ 0 h 3657136"/>
              <a:gd name="connsiteX2" fmla="*/ 2424214 w 2424214"/>
              <a:gd name="connsiteY2" fmla="*/ 2775392 h 3657136"/>
              <a:gd name="connsiteX3" fmla="*/ 2424214 w 2424214"/>
              <a:gd name="connsiteY3" fmla="*/ 2838918 h 3657136"/>
              <a:gd name="connsiteX4" fmla="*/ 2424214 w 2424214"/>
              <a:gd name="connsiteY4" fmla="*/ 3216264 h 3657136"/>
              <a:gd name="connsiteX5" fmla="*/ 1212107 w 2424214"/>
              <a:gd name="connsiteY5" fmla="*/ 3657136 h 3657136"/>
              <a:gd name="connsiteX6" fmla="*/ 0 w 2424214"/>
              <a:gd name="connsiteY6" fmla="*/ 3216264 h 3657136"/>
              <a:gd name="connsiteX7" fmla="*/ 0 w 2424214"/>
              <a:gd name="connsiteY7" fmla="*/ 2838918 h 3657136"/>
              <a:gd name="connsiteX8" fmla="*/ 0 w 2424214"/>
              <a:gd name="connsiteY8" fmla="*/ 2775392 h 36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4214" h="3657136">
                <a:moveTo>
                  <a:pt x="0" y="0"/>
                </a:moveTo>
                <a:lnTo>
                  <a:pt x="2424214" y="0"/>
                </a:lnTo>
                <a:lnTo>
                  <a:pt x="2424214" y="2775392"/>
                </a:lnTo>
                <a:lnTo>
                  <a:pt x="2424214" y="2838918"/>
                </a:lnTo>
                <a:lnTo>
                  <a:pt x="2424214" y="3216264"/>
                </a:lnTo>
                <a:lnTo>
                  <a:pt x="1212107" y="3657136"/>
                </a:lnTo>
                <a:lnTo>
                  <a:pt x="0" y="3216264"/>
                </a:lnTo>
                <a:lnTo>
                  <a:pt x="0" y="2838918"/>
                </a:lnTo>
                <a:lnTo>
                  <a:pt x="0" y="27753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4" name="任意多边形 26"/>
          <p:cNvSpPr/>
          <p:nvPr>
            <p:custDataLst>
              <p:tags r:id="rId18"/>
            </p:custDataLst>
          </p:nvPr>
        </p:nvSpPr>
        <p:spPr>
          <a:xfrm flipV="1">
            <a:off x="9089872" y="1828615"/>
            <a:ext cx="2488208" cy="1196408"/>
          </a:xfrm>
          <a:custGeom>
            <a:avLst/>
            <a:gdLst>
              <a:gd name="connsiteX0" fmla="*/ 0 w 2700000"/>
              <a:gd name="connsiteY0" fmla="*/ 1299162 h 1299162"/>
              <a:gd name="connsiteX1" fmla="*/ 2700000 w 2700000"/>
              <a:gd name="connsiteY1" fmla="*/ 1299162 h 1299162"/>
              <a:gd name="connsiteX2" fmla="*/ 2700000 w 2700000"/>
              <a:gd name="connsiteY2" fmla="*/ 982054 h 1299162"/>
              <a:gd name="connsiteX3" fmla="*/ 2700000 w 2700000"/>
              <a:gd name="connsiteY3" fmla="*/ 927772 h 1299162"/>
              <a:gd name="connsiteX4" fmla="*/ 2700000 w 2700000"/>
              <a:gd name="connsiteY4" fmla="*/ 491027 h 1299162"/>
              <a:gd name="connsiteX5" fmla="*/ 1350000 w 2700000"/>
              <a:gd name="connsiteY5" fmla="*/ 0 h 1299162"/>
              <a:gd name="connsiteX6" fmla="*/ 0 w 2700000"/>
              <a:gd name="connsiteY6" fmla="*/ 491027 h 1299162"/>
              <a:gd name="connsiteX7" fmla="*/ 0 w 2700000"/>
              <a:gd name="connsiteY7" fmla="*/ 927772 h 1299162"/>
              <a:gd name="connsiteX8" fmla="*/ 0 w 2700000"/>
              <a:gd name="connsiteY8" fmla="*/ 982054 h 1299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000" h="1299162">
                <a:moveTo>
                  <a:pt x="0" y="1299162"/>
                </a:moveTo>
                <a:lnTo>
                  <a:pt x="2700000" y="1299162"/>
                </a:lnTo>
                <a:lnTo>
                  <a:pt x="2700000" y="982054"/>
                </a:lnTo>
                <a:lnTo>
                  <a:pt x="2700000" y="927772"/>
                </a:lnTo>
                <a:lnTo>
                  <a:pt x="2700000" y="491027"/>
                </a:lnTo>
                <a:lnTo>
                  <a:pt x="1350000" y="0"/>
                </a:lnTo>
                <a:lnTo>
                  <a:pt x="0" y="491027"/>
                </a:lnTo>
                <a:lnTo>
                  <a:pt x="0" y="927772"/>
                </a:lnTo>
                <a:lnTo>
                  <a:pt x="0" y="9820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65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9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9217399" y="3176294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lvl="0" indent="0" defTabSz="121920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总结与回顾</a:t>
            </a:r>
            <a:endParaRPr sz="2000" dirty="0" err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30" name="文本框 18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661346" y="3151302"/>
            <a:ext cx="2234071" cy="201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lvl="0" indent="0" defTabSz="121920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安全操控技巧及注意事项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巩固所学知识</a:t>
            </a:r>
            <a:endParaRPr lang="zh-CN" altLang="en-US"/>
          </a:p>
        </p:txBody>
      </p:sp>
      <p:sp>
        <p:nvSpPr>
          <p:cNvPr id="59" name="弧形 58"/>
          <p:cNvSpPr/>
          <p:nvPr>
            <p:custDataLst>
              <p:tags r:id="rId1"/>
            </p:custDataLst>
          </p:nvPr>
        </p:nvSpPr>
        <p:spPr>
          <a:xfrm>
            <a:off x="8107722" y="2135061"/>
            <a:ext cx="3470681" cy="3470681"/>
          </a:xfrm>
          <a:prstGeom prst="arc">
            <a:avLst>
              <a:gd name="adj1" fmla="val 15382684"/>
              <a:gd name="adj2" fmla="val 7430173"/>
            </a:avLst>
          </a:prstGeom>
          <a:ln w="2857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弧形 57"/>
          <p:cNvSpPr/>
          <p:nvPr>
            <p:custDataLst>
              <p:tags r:id="rId2"/>
            </p:custDataLst>
          </p:nvPr>
        </p:nvSpPr>
        <p:spPr>
          <a:xfrm>
            <a:off x="608400" y="2135061"/>
            <a:ext cx="3470681" cy="3470681"/>
          </a:xfrm>
          <a:prstGeom prst="arc">
            <a:avLst>
              <a:gd name="adj1" fmla="val 2576083"/>
              <a:gd name="adj2" fmla="val 12584694"/>
            </a:avLst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3"/>
            </p:custDataLst>
          </p:nvPr>
        </p:nvSpPr>
        <p:spPr>
          <a:xfrm>
            <a:off x="8448899" y="2410627"/>
            <a:ext cx="2918746" cy="2918746"/>
          </a:xfrm>
          <a:prstGeom prst="ellipse">
            <a:avLst/>
          </a:prstGeom>
          <a:gradFill flip="none" rotWithShape="1">
            <a:gsLst>
              <a:gs pos="19580">
                <a:schemeClr val="accent1">
                  <a:lumMod val="40000"/>
                  <a:lumOff val="60000"/>
                </a:schemeClr>
              </a:gs>
              <a:gs pos="94000">
                <a:schemeClr val="accent1">
                  <a:lumMod val="75000"/>
                </a:schemeClr>
              </a:gs>
              <a:gs pos="7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1587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20000"/>
                  </a:schemeClr>
                </a:gs>
                <a:gs pos="65000">
                  <a:schemeClr val="accent1"/>
                </a:gs>
                <a:gs pos="32000">
                  <a:schemeClr val="accent1">
                    <a:alpha val="20000"/>
                  </a:schemeClr>
                </a:gs>
              </a:gsLst>
              <a:lin ang="8100000" scaled="1"/>
              <a:tileRect/>
            </a:gradFill>
          </a:ln>
          <a:effectLst>
            <a:outerShdw blurRad="203200" dist="1016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>
            <p:custDataLst>
              <p:tags r:id="rId4"/>
            </p:custDataLst>
          </p:nvPr>
        </p:nvSpPr>
        <p:spPr>
          <a:xfrm>
            <a:off x="8835066" y="2468739"/>
            <a:ext cx="394024" cy="394024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sx="102000" sy="102000" algn="ctr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正文"/>
          <p:cNvSpPr txBox="1"/>
          <p:nvPr>
            <p:custDataLst>
              <p:tags r:id="rId5"/>
            </p:custDataLst>
          </p:nvPr>
        </p:nvSpPr>
        <p:spPr>
          <a:xfrm>
            <a:off x="8901614" y="3253258"/>
            <a:ext cx="2013141" cy="13847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indent="0" algn="ctr" fontAlgn="auto">
              <a:lnSpc>
                <a:spcPct val="130000"/>
              </a:lnSpc>
            </a:pPr>
            <a:r>
              <a:rPr lang="zh-CN" altLang="en-US" sz="1200" spc="150" dirty="0">
                <a:solidFill>
                  <a:srgbClr val="FFFFFF"/>
                </a:solidFill>
                <a:latin typeface="+mn-ea"/>
                <a:sym typeface="+mn-ea"/>
              </a:rPr>
              <a:t>掌握飞行操控技能和应急处置能力</a:t>
            </a:r>
            <a:endParaRPr lang="zh-CN" altLang="en-US" sz="1200" spc="150" dirty="0">
              <a:solidFill>
                <a:srgbClr val="FFFFFF"/>
              </a:solidFill>
              <a:latin typeface="+mn-ea"/>
              <a:sym typeface="+mn-ea"/>
            </a:endParaRPr>
          </a:p>
        </p:txBody>
      </p:sp>
      <p:sp>
        <p:nvSpPr>
          <p:cNvPr id="25" name="椭圆 24"/>
          <p:cNvSpPr/>
          <p:nvPr>
            <p:custDataLst>
              <p:tags r:id="rId6"/>
            </p:custDataLst>
          </p:nvPr>
        </p:nvSpPr>
        <p:spPr>
          <a:xfrm>
            <a:off x="6016610" y="2410627"/>
            <a:ext cx="2918746" cy="2918746"/>
          </a:xfrm>
          <a:prstGeom prst="ellipse">
            <a:avLst/>
          </a:prstGeom>
          <a:gradFill flip="none" rotWithShape="1">
            <a:gsLst>
              <a:gs pos="75000">
                <a:schemeClr val="accent1">
                  <a:lumMod val="20000"/>
                  <a:lumOff val="80000"/>
                </a:schemeClr>
              </a:gs>
              <a:gs pos="48000">
                <a:schemeClr val="bg1"/>
              </a:gs>
            </a:gsLst>
            <a:path path="circle">
              <a:fillToRect r="100000" b="100000"/>
            </a:path>
            <a:tileRect l="-100000" t="-100000"/>
          </a:gradFill>
          <a:ln w="1587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20000"/>
                  </a:schemeClr>
                </a:gs>
                <a:gs pos="65000">
                  <a:schemeClr val="accent1"/>
                </a:gs>
                <a:gs pos="32000">
                  <a:schemeClr val="accent1">
                    <a:alpha val="20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>
            <p:custDataLst>
              <p:tags r:id="rId7"/>
            </p:custDataLst>
          </p:nvPr>
        </p:nvSpPr>
        <p:spPr>
          <a:xfrm>
            <a:off x="6401840" y="2468739"/>
            <a:ext cx="394024" cy="394024"/>
          </a:xfrm>
          <a:prstGeom prst="ellipse">
            <a:avLst/>
          </a:prstGeom>
          <a:gradFill flip="none" rotWithShape="1">
            <a:gsLst>
              <a:gs pos="82000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3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90500" sx="102000" sy="102000" algn="ctr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正文"/>
          <p:cNvSpPr txBox="1"/>
          <p:nvPr>
            <p:custDataLst>
              <p:tags r:id="rId8"/>
            </p:custDataLst>
          </p:nvPr>
        </p:nvSpPr>
        <p:spPr>
          <a:xfrm>
            <a:off x="6469325" y="3253258"/>
            <a:ext cx="2013141" cy="13847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indent="0" algn="ctr" fontAlgn="auto">
              <a:lnSpc>
                <a:spcPct val="130000"/>
              </a:lnSpc>
            </a:pPr>
            <a:r>
              <a:rPr lang="zh-CN" altLang="en-US" sz="12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了解无人机应用场景和限制条件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9"/>
            </p:custDataLst>
          </p:nvPr>
        </p:nvSpPr>
        <p:spPr>
          <a:xfrm>
            <a:off x="3584322" y="2410627"/>
            <a:ext cx="2918746" cy="2918746"/>
          </a:xfrm>
          <a:prstGeom prst="ellipse">
            <a:avLst/>
          </a:prstGeom>
          <a:gradFill flip="none" rotWithShape="1">
            <a:gsLst>
              <a:gs pos="19580">
                <a:schemeClr val="accent1">
                  <a:lumMod val="40000"/>
                  <a:lumOff val="60000"/>
                </a:schemeClr>
              </a:gs>
              <a:gs pos="94000">
                <a:schemeClr val="accent1">
                  <a:lumMod val="75000"/>
                </a:schemeClr>
              </a:gs>
              <a:gs pos="7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1587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20000"/>
                  </a:schemeClr>
                </a:gs>
                <a:gs pos="65000">
                  <a:schemeClr val="accent1"/>
                </a:gs>
                <a:gs pos="32000">
                  <a:schemeClr val="accent1">
                    <a:alpha val="20000"/>
                  </a:schemeClr>
                </a:gs>
              </a:gsLst>
              <a:lin ang="8100000" scaled="1"/>
              <a:tileRect/>
            </a:gradFill>
          </a:ln>
          <a:effectLst>
            <a:outerShdw blurRad="203200" dist="1016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>
            <p:custDataLst>
              <p:tags r:id="rId10"/>
            </p:custDataLst>
          </p:nvPr>
        </p:nvSpPr>
        <p:spPr>
          <a:xfrm>
            <a:off x="3969551" y="2468739"/>
            <a:ext cx="394024" cy="394024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sx="102000" sy="102000" algn="ctr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正文"/>
          <p:cNvSpPr txBox="1"/>
          <p:nvPr>
            <p:custDataLst>
              <p:tags r:id="rId11"/>
            </p:custDataLst>
          </p:nvPr>
        </p:nvSpPr>
        <p:spPr>
          <a:xfrm>
            <a:off x="4037037" y="3253258"/>
            <a:ext cx="2013141" cy="13847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indent="0" algn="ctr" fontAlgn="auto">
              <a:lnSpc>
                <a:spcPct val="130000"/>
              </a:lnSpc>
            </a:pPr>
            <a:r>
              <a:rPr lang="zh-CN" altLang="en-US" sz="1200" spc="150" dirty="0">
                <a:solidFill>
                  <a:srgbClr val="FFFFFF"/>
                </a:solidFill>
                <a:latin typeface="+mn-ea"/>
                <a:sym typeface="+mn-ea"/>
              </a:rPr>
              <a:t>熟悉相关法律法规和规范标准</a:t>
            </a:r>
            <a:endParaRPr lang="zh-CN" altLang="en-US" sz="1200" spc="150" dirty="0">
              <a:solidFill>
                <a:srgbClr val="FFFFFF"/>
              </a:solidFill>
              <a:latin typeface="+mn-ea"/>
              <a:sym typeface="+mn-ea"/>
            </a:endParaRPr>
          </a:p>
        </p:txBody>
      </p:sp>
      <p:sp>
        <p:nvSpPr>
          <p:cNvPr id="6" name="椭圆 5"/>
          <p:cNvSpPr/>
          <p:nvPr>
            <p:custDataLst>
              <p:tags r:id="rId12"/>
            </p:custDataLst>
          </p:nvPr>
        </p:nvSpPr>
        <p:spPr>
          <a:xfrm>
            <a:off x="875530" y="2410627"/>
            <a:ext cx="2918746" cy="2918746"/>
          </a:xfrm>
          <a:prstGeom prst="ellipse">
            <a:avLst/>
          </a:prstGeom>
          <a:gradFill flip="none" rotWithShape="1">
            <a:gsLst>
              <a:gs pos="75000">
                <a:schemeClr val="accent1">
                  <a:lumMod val="20000"/>
                  <a:lumOff val="80000"/>
                </a:schemeClr>
              </a:gs>
              <a:gs pos="48000">
                <a:schemeClr val="bg1"/>
              </a:gs>
            </a:gsLst>
            <a:path path="circle">
              <a:fillToRect r="100000" b="100000"/>
            </a:path>
            <a:tileRect l="-100000" t="-100000"/>
          </a:gradFill>
          <a:ln w="1587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20000"/>
                  </a:schemeClr>
                </a:gs>
                <a:gs pos="65000">
                  <a:schemeClr val="accent1"/>
                </a:gs>
                <a:gs pos="32000">
                  <a:schemeClr val="accent1">
                    <a:alpha val="20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13"/>
            </p:custDataLst>
          </p:nvPr>
        </p:nvSpPr>
        <p:spPr>
          <a:xfrm>
            <a:off x="1260759" y="2468739"/>
            <a:ext cx="394024" cy="394024"/>
          </a:xfrm>
          <a:prstGeom prst="ellipse">
            <a:avLst/>
          </a:prstGeom>
          <a:gradFill flip="none" rotWithShape="1">
            <a:gsLst>
              <a:gs pos="82000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3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90500" sx="102000" sy="102000" algn="ctr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正文"/>
          <p:cNvSpPr txBox="1"/>
          <p:nvPr>
            <p:custDataLst>
              <p:tags r:id="rId14"/>
            </p:custDataLst>
          </p:nvPr>
        </p:nvSpPr>
        <p:spPr>
          <a:xfrm>
            <a:off x="1328245" y="3253258"/>
            <a:ext cx="2013141" cy="13847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indent="0" algn="ctr" fontAlgn="auto">
              <a:lnSpc>
                <a:spcPct val="130000"/>
              </a:lnSpc>
            </a:pPr>
            <a:r>
              <a:rPr lang="zh-CN" altLang="en-US" sz="12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掌握无人机飞行规则与安全操控技巧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为未来实践做好准备</a:t>
            </a:r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608400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963006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6" name="TextBox 2"/>
          <p:cNvSpPr txBox="1"/>
          <p:nvPr>
            <p:custDataLst>
              <p:tags r:id="rId3"/>
            </p:custDataLst>
          </p:nvPr>
        </p:nvSpPr>
        <p:spPr>
          <a:xfrm>
            <a:off x="763381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掌握基本飞行技能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4069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37807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18" name="TextBox 2"/>
          <p:cNvSpPr txBox="1"/>
          <p:nvPr>
            <p:custDataLst>
              <p:tags r:id="rId6"/>
            </p:custDataLst>
          </p:nvPr>
        </p:nvSpPr>
        <p:spPr>
          <a:xfrm>
            <a:off x="3561327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熟悉安全操控技巧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620110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>
            <p:custDataLst>
              <p:tags r:id="rId8"/>
            </p:custDataLst>
          </p:nvPr>
        </p:nvSpPr>
        <p:spPr>
          <a:xfrm>
            <a:off x="6555710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2" name="TextBox 2"/>
          <p:cNvSpPr txBox="1"/>
          <p:nvPr>
            <p:custDataLst>
              <p:tags r:id="rId9"/>
            </p:custDataLst>
          </p:nvPr>
        </p:nvSpPr>
        <p:spPr>
          <a:xfrm>
            <a:off x="635608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了解飞行规则和法律法规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矩形 34"/>
          <p:cNvSpPr/>
          <p:nvPr>
            <p:custDataLst>
              <p:tags r:id="rId10"/>
            </p:custDataLst>
          </p:nvPr>
        </p:nvSpPr>
        <p:spPr>
          <a:xfrm>
            <a:off x="8989484" y="2564143"/>
            <a:ext cx="2588675" cy="2618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9363224" y="2558403"/>
            <a:ext cx="531515" cy="2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/>
          </a:bodyPr>
          <a:lstStyle/>
          <a:p>
            <a:pPr algn="ctr"/>
            <a:endParaRPr lang="zh-CN" altLang="en-US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3" name="TextBox 2"/>
          <p:cNvSpPr txBox="1"/>
          <p:nvPr>
            <p:custDataLst>
              <p:tags r:id="rId12"/>
            </p:custDataLst>
          </p:nvPr>
        </p:nvSpPr>
        <p:spPr>
          <a:xfrm>
            <a:off x="9144465" y="3137508"/>
            <a:ext cx="2278952" cy="18402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spc="15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微软雅黑" panose="020B0503020204020204" charset="-122"/>
                <a:sym typeface="Arial" panose="020B0604020202020204" pitchFamily="34" charset="0"/>
              </a:rPr>
              <a:t>为未来实践做好准备，保障安全飞行</a:t>
            </a:r>
            <a:endParaRPr lang="zh-CN" altLang="en-US" sz="2000" spc="15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/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THANK YOU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1.0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1.0"/>
</p:tagLst>
</file>

<file path=ppt/tags/tag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1.0"/>
</p:tagLst>
</file>

<file path=ppt/tags/tag67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&#10;加文档标题内容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  <p:tag name="KSO_WM_UNIT_CONTENT_GROUP_TYPE" val="titlestyle"/>
  <p:tag name="KSO_WM_UNIT_PRESET_TEXT" val="单击此处添加标题"/>
</p:tagLst>
</file>

<file path=ppt/tags/tag75.xml><?xml version="1.0" encoding="utf-8"?>
<p:tagLst xmlns:p="http://schemas.openxmlformats.org/presentationml/2006/main"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1.0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8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CONTENT_GROUP_TYPE" val="contentchip"/>
  <p:tag name="KSO_WM_UNIT_TYPE" val="i"/>
  <p:tag name="KSO_WM_UNIT_INDEX" val="2"/>
</p:tagLst>
</file>

<file path=ppt/tags/tag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UNIT_TYPE" val="i"/>
  <p:tag name="KSO_WM_UNIT_INDEX" val="3"/>
</p:tagLst>
</file>

<file path=ppt/tags/tag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TYPE" val="i"/>
  <p:tag name="KSO_WM_UNIT_INDEX" val="4"/>
</p:tagLst>
</file>

<file path=ppt/tags/tag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91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输入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contentchip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9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  <p:tag name="KSO_WM_UNIT_CONTENT_GROUP_TYPE" val="titlestyle"/>
</p:tagLst>
</file>

<file path=ppt/tags/tag99.xml><?xml version="1.0" encoding="utf-8"?>
<p:tagLst xmlns:p="http://schemas.openxmlformats.org/presentationml/2006/main"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0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  <p:tag name="KSO_WM_UNIT_CONTENT_GROUP_TYPE" val="titlestyle"/>
</p:tagLst>
</file>

<file path=ppt/tags/tag108.xml><?xml version="1.0" encoding="utf-8"?>
<p:tagLst xmlns:p="http://schemas.openxmlformats.org/presentationml/2006/main"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  <p:tag name="KSO_WM_UNIT_CONTENT_GROUP_TYPE" val="titlestyle"/>
</p:tagLst>
</file>

<file path=ppt/tags/tag113.xml><?xml version="1.0" encoding="utf-8"?>
<p:tagLst xmlns:p="http://schemas.openxmlformats.org/presentationml/2006/main"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  <p:tag name="KSO_WM_UNIT_CONTENT_GROUP_TYPE" val="titlestyle"/>
</p:tagLst>
</file>

<file path=ppt/tags/tag126.xml><?xml version="1.0" encoding="utf-8"?>
<p:tagLst xmlns:p="http://schemas.openxmlformats.org/presentationml/2006/main"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1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1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1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UNIT_TYPE" val="i"/>
  <p:tag name="KSO_WM_UNIT_INDEX" val="4"/>
</p:tagLst>
</file>

<file path=ppt/tags/tag134.xml><?xml version="1.0" encoding="utf-8"?>
<p:tagLst xmlns:p="http://schemas.openxmlformats.org/presentationml/2006/main"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UNIT_CONTENT_GROUP_TYPE" val="contentchip"/>
  <p:tag name="KSO_WM_UNIT_TYPE" val="i"/>
  <p:tag name="KSO_WM_UNIT_INDEX" val="5"/>
</p:tagLst>
</file>

<file path=ppt/tags/tag13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  <p:tag name="KSO_WM_UNIT_CONTENT_GROUP_TYPE" val="contentchip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9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269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269"/>
</p:tagLst>
</file>

<file path=ppt/tags/tag146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269"/>
  <p:tag name="KSO_WM_SPECIAL_SOURCE" val="bdnull"/>
  <p:tag name="KSO_WM_TEMPLATE_THUMBS_INDEX" val="1、9"/>
</p:tagLst>
</file>

<file path=ppt/tags/tag14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8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69_1*f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汇报人：WPS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69_1*b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WPS,a click to unlimited possibilities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69_1*a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CONTENT_GROUP_TYPE" val="contentchip"/>
  <p:tag name="KSO_WM_UNIT_PRESET_TEXT" val="单击此处添&#10;加文档标题内容"/>
</p:tagLst>
</file>

<file path=ppt/tags/tag151.xml><?xml version="1.0" encoding="utf-8"?>
<p:tagLst xmlns:p="http://schemas.openxmlformats.org/presentationml/2006/main">
  <p:tag name="KSO_WM_SLIDE_ID" val="custom2023026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269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9"/>
  <p:tag name="KSO_WM_SLIDE_CONTENT_AREA" val="{&quot;left&quot;:&quot;195.5&quot;,&quot;top&quot;:&quot;83.9&quot;,&quot;width&quot;:&quot;570.55&quot;,&quot;height&quot;:&quot;279.45&quot;}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69_6*b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DIAGRAM_GROUP_CODE" val="l1-1"/>
  <p:tag name="KSO_WM_UNIT_PRESET_TEXT" val="CONTENTS"/>
  <p:tag name="KSO_WM_UNIT_USESOURCEFORMAT_APPLY" val="0"/>
</p:tagLst>
</file>

<file path=ppt/tags/tag15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69_6*a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DIAGRAM_GROUP_CODE" val="l1-1"/>
  <p:tag name="KSO_WM_UNIT_PRESET_TEXT" val="目录"/>
  <p:tag name="KSO_WM_UNIT_TEXT_FILL_FORE_SCHEMECOLOR_INDEX" val="5"/>
  <p:tag name="KSO_WM_UNIT_TEXT_FILL_TYPE" val="1"/>
  <p:tag name="KSO_WM_UNIT_USESOURCEFORMAT_APPLY" val="0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269_6*l_h_i*1_1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UNIT_PRESET_TEXT" val="01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269_6*l_h_a*1_1_1"/>
  <p:tag name="KSO_WM_DIAGRAM_VERSION" val="3"/>
  <p:tag name="KSO_WM_UNIT_PRESET_TEXT" val="单击添加目录标题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69_6*l_h_i*1_1_2"/>
  <p:tag name="KSO_WM_TEMPLATE_CATEGORY" val="custom"/>
  <p:tag name="KSO_WM_TEMPLATE_INDEX" val="20230269"/>
  <p:tag name="KSO_WM_UNIT_LAYERLEVEL" val="1_1_1"/>
  <p:tag name="KSO_WM_TAG_VERSION" val="1.0"/>
  <p:tag name="KSO_WM_DIAGRAM_GROUP_CODE" val="l1-1"/>
  <p:tag name="KSO_WM_UNIT_TYPE" val="l_h_i"/>
  <p:tag name="KSO_WM_UNIT_INDEX" val="1_1_2"/>
  <p:tag name="KSO_WM_DIAGRAM_VERSION" val="3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13,&quot;pos&quot;:1,&quot;transparency&quot;:1},{&quot;brightness&quot;:0,&quot;colorType&quot;:1,&quot;foreColorIndex&quot;:6,&quot;pos&quot;:0.4000000059604645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269_6*l_h_i*1_2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UNIT_PRESET_TEXT" val="02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269_6*l_h_a*1_2_1"/>
  <p:tag name="KSO_WM_DIAGRAM_VERSION" val="3"/>
  <p:tag name="KSO_WM_UNIT_PRESET_TEXT" val="单击添加目录标题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269_6*l_h_i*1_3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UNIT_PRESET_TEXT" val="03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269_6*l_h_a*1_3_1"/>
  <p:tag name="KSO_WM_DIAGRAM_VERSION" val="3"/>
  <p:tag name="KSO_WM_UNIT_PRESET_TEXT" val="单击添加目录标题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269_6*l_h_i*1_4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UNIT_PRESET_TEXT" val="04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269_6*l_h_a*1_4_1"/>
  <p:tag name="KSO_WM_DIAGRAM_VERSION" val="3"/>
  <p:tag name="KSO_WM_UNIT_PRESET_TEXT" val="单击添加目录标题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230269_6*l_h_i*1_5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UNIT_PRESET_TEXT" val="05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5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269_6*l_h_a*1_5_1"/>
  <p:tag name="KSO_WM_DIAGRAM_VERSION" val="3"/>
  <p:tag name="KSO_WM_UNIT_PRESET_TEXT" val="单击添加目录标题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6_1"/>
  <p:tag name="KSO_WM_UNIT_ID" val="custom20230269_6*l_h_i*1_6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UNIT_PRESET_TEXT" val="06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0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6_1"/>
  <p:tag name="KSO_WM_TEMPLATE_CATEGORY" val="custom"/>
  <p:tag name="KSO_WM_TEMPLATE_INDEX" val="20230269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269_6*l_h_a*1_6_1"/>
  <p:tag name="KSO_WM_DIAGRAM_VERSION" val="3"/>
  <p:tag name="KSO_WM_UNIT_PRESET_TEXT" val="单击添加目录标题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69_6*l_h_i*1_2_2"/>
  <p:tag name="KSO_WM_TEMPLATE_CATEGORY" val="custom"/>
  <p:tag name="KSO_WM_TEMPLATE_INDEX" val="20230269"/>
  <p:tag name="KSO_WM_UNIT_LAYERLEVEL" val="1_1_1"/>
  <p:tag name="KSO_WM_TAG_VERSION" val="1.0"/>
  <p:tag name="KSO_WM_DIAGRAM_GROUP_CODE" val="l1-1"/>
  <p:tag name="KSO_WM_UNIT_TYPE" val="l_h_i"/>
  <p:tag name="KSO_WM_UNIT_INDEX" val="1_2_2"/>
  <p:tag name="KSO_WM_DIAGRAM_VERSION" val="3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13,&quot;pos&quot;:1,&quot;transparency&quot;:1},{&quot;brightness&quot;:0,&quot;colorType&quot;:1,&quot;foreColorIndex&quot;:6,&quot;pos&quot;:0.4000000059604645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69_6*l_h_i*1_3_2"/>
  <p:tag name="KSO_WM_TEMPLATE_CATEGORY" val="custom"/>
  <p:tag name="KSO_WM_TEMPLATE_INDEX" val="20230269"/>
  <p:tag name="KSO_WM_UNIT_LAYERLEVEL" val="1_1_1"/>
  <p:tag name="KSO_WM_TAG_VERSION" val="1.0"/>
  <p:tag name="KSO_WM_DIAGRAM_GROUP_CODE" val="l1-1"/>
  <p:tag name="KSO_WM_UNIT_TYPE" val="l_h_i"/>
  <p:tag name="KSO_WM_UNIT_INDEX" val="1_3_2"/>
  <p:tag name="KSO_WM_DIAGRAM_VERSION" val="3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13,&quot;pos&quot;:1,&quot;transparency&quot;:1},{&quot;brightness&quot;:0,&quot;colorType&quot;:1,&quot;foreColorIndex&quot;:6,&quot;pos&quot;:0.4000000059604645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69_6*l_h_i*1_4_2"/>
  <p:tag name="KSO_WM_TEMPLATE_CATEGORY" val="custom"/>
  <p:tag name="KSO_WM_TEMPLATE_INDEX" val="20230269"/>
  <p:tag name="KSO_WM_UNIT_LAYERLEVEL" val="1_1_1"/>
  <p:tag name="KSO_WM_TAG_VERSION" val="1.0"/>
  <p:tag name="KSO_WM_DIAGRAM_GROUP_CODE" val="l1-1"/>
  <p:tag name="KSO_WM_UNIT_TYPE" val="l_h_i"/>
  <p:tag name="KSO_WM_UNIT_INDEX" val="1_4_2"/>
  <p:tag name="KSO_WM_DIAGRAM_VERSION" val="3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13,&quot;pos&quot;:1,&quot;transparency&quot;:1},{&quot;brightness&quot;:0,&quot;colorType&quot;:1,&quot;foreColorIndex&quot;:6,&quot;pos&quot;:0.4000000059604645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69_6*l_h_i*1_5_2"/>
  <p:tag name="KSO_WM_TEMPLATE_CATEGORY" val="custom"/>
  <p:tag name="KSO_WM_TEMPLATE_INDEX" val="20230269"/>
  <p:tag name="KSO_WM_UNIT_LAYERLEVEL" val="1_1_1"/>
  <p:tag name="KSO_WM_TAG_VERSION" val="1.0"/>
  <p:tag name="KSO_WM_DIAGRAM_GROUP_CODE" val="l1-1"/>
  <p:tag name="KSO_WM_UNIT_TYPE" val="l_h_i"/>
  <p:tag name="KSO_WM_UNIT_INDEX" val="1_5_2"/>
  <p:tag name="KSO_WM_DIAGRAM_VERSION" val="3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13,&quot;pos&quot;:1,&quot;transparency&quot;:1},{&quot;brightness&quot;:0,&quot;colorType&quot;:1,&quot;foreColorIndex&quot;:6,&quot;pos&quot;:0.4000000059604645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69_6*l_h_i*1_6_2"/>
  <p:tag name="KSO_WM_TEMPLATE_CATEGORY" val="custom"/>
  <p:tag name="KSO_WM_TEMPLATE_INDEX" val="20230269"/>
  <p:tag name="KSO_WM_UNIT_LAYERLEVEL" val="1_1_1"/>
  <p:tag name="KSO_WM_TAG_VERSION" val="1.0"/>
  <p:tag name="KSO_WM_DIAGRAM_GROUP_CODE" val="l1-1"/>
  <p:tag name="KSO_WM_UNIT_TYPE" val="l_h_i"/>
  <p:tag name="KSO_WM_UNIT_INDEX" val="1_6_2"/>
  <p:tag name="KSO_WM_DIAGRAM_VERSION" val="3"/>
  <p:tag name="KSO_WM_DIAGRAM_MAX_ITEMCNT" val="6"/>
  <p:tag name="KSO_WM_DIAGRAM_MIN_ITEMCNT" val="2"/>
  <p:tag name="KSO_WM_DIAGRAM_VIRTUALLY_FRAME" val="{&quot;height&quot;:233.54999999999998,&quot;width&quot;:8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13,&quot;pos&quot;:1,&quot;transparency&quot;:1},{&quot;brightness&quot;:0,&quot;colorType&quot;:1,&quot;foreColorIndex&quot;:6,&quot;pos&quot;:0.4000000059604645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72.xml><?xml version="1.0" encoding="utf-8"?>
<p:tagLst xmlns:p="http://schemas.openxmlformats.org/presentationml/2006/main">
  <p:tag name="KSO_WM_SLIDE_ID" val="custom20230269_6"/>
  <p:tag name="KSO_WM_TEMPLATE_SUBCATEGORY" val="29"/>
  <p:tag name="KSO_WM_TEMPLATE_MASTER_TYPE" val="0"/>
  <p:tag name="KSO_WM_TEMPLATE_COLOR_TYPE" val="0"/>
  <p:tag name="KSO_WM_SLIDE_ITEM_CNT" val="6"/>
  <p:tag name="KSO_WM_SLIDE_INDEX" val="6"/>
  <p:tag name="KSO_WM_TAG_VERSION" val="1.0"/>
  <p:tag name="KSO_WM_BEAUTIFY_FLAG" val="#wm#"/>
  <p:tag name="KSO_WM_TEMPLATE_CATEGORY" val="custom"/>
  <p:tag name="KSO_WM_TEMPLATE_INDEX" val="20230269"/>
  <p:tag name="KSO_WM_SLIDE_TYPE" val="contents"/>
  <p:tag name="KSO_WM_SLIDE_SUBTYPE" val="diag"/>
  <p:tag name="KSO_WM_SLIDE_LAYOUT" val="a_b_l"/>
  <p:tag name="KSO_WM_SLIDE_LAYOUT_CNT" val="1_1_1"/>
  <p:tag name="KSO_WM_SPECIAL_SOURCE" val="bdnull"/>
  <p:tag name="KSO_WM_DIAGRAM_GROUP_CODE" val="l1-1"/>
  <p:tag name="KSO_WM_SLIDE_DIAGTYPE" val="l"/>
</p:tagLst>
</file>

<file path=ppt/tags/tag173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69_7*e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01"/>
</p:tagLst>
</file>

<file path=ppt/tags/tag1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69_7*a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CONTENT_GROUP_TYPE" val="contentchip"/>
  <p:tag name="KSO_WM_UNIT_PRESET_TEXT" val="输入章节标题"/>
</p:tagLst>
</file>

<file path=ppt/tags/tag175.xml><?xml version="1.0" encoding="utf-8"?>
<p:tagLst xmlns:p="http://schemas.openxmlformats.org/presentationml/2006/main">
  <p:tag name="KSO_WM_SLIDE_ID" val="custom2023026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3026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6.1&quot;,&quot;top&quot;:&quot;87.2&quot;,&quot;width&quot;:&quot;531.65&quot;,&quot;height&quot;:&quot;365.6&quot;}"/>
</p:tagLst>
</file>

<file path=ppt/tags/tag176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316_3*l_h_i*1_3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77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31316_3*l_h_i*1_3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78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316_3*l_h_i*1_3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179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16_3*l_h_i*1_3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80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316_3*l_h_i*1_1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81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1316_3*l_h_i*1_1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82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316_3*l_h_i*1_1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183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16_3*l_h_i*1_1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84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16_3*l_h_f*1_1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85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16_3*l_h_f*1_3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86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316_3*l_h_i*1_2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87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1316_3*l_h_i*1_2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88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316_3*l_h_i*1_2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189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16_3*l_h_i*1_2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90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1316_3*l_h_i*1_4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91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31316_3*l_h_i*1_4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92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316_3*l_h_i*1_4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193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316_3*l_h_i*1_4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194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316_3*l_h_f*1_4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95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16_3*l_h_f*1_2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96.xml><?xml version="1.0" encoding="utf-8"?>
<p:tagLst xmlns:p="http://schemas.openxmlformats.org/presentationml/2006/main">
  <p:tag name="KSO_WM_TEMPLATE_CATEGORY" val="custom"/>
  <p:tag name="KSO_WM_TEMPLATE_INDEX" val="20230269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1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EXT_CAN_REMOVE" val="n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2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3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4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485_4*l_h_i*1_1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5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485_4*l_h_i*1_2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6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-0.5,&quot;colorType&quot;:1,&quot;foreColorIndex&quot;:6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6"/>
  <p:tag name="KSO_WM_UNIT_TEXT_FILL_FORE_SCHEMECOLOR_INDEX" val="2"/>
  <p:tag name="KSO_WM_UNIT_TEXT_FILL_TYPE" val="1"/>
  <p:tag name="KSO_WM_UNIT_USESOURCEFORMAT_APPLY" val="0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485_4*l_h_i*1_4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8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.4000000059604645,&quot;colorType&quot;:1,&quot;foreColorIndex&quot;:7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7"/>
  <p:tag name="KSO_WM_UNIT_TEXT_FILL_FORE_SCHEMECOLOR_INDEX" val="2"/>
  <p:tag name="KSO_WM_UNIT_TEXT_FILL_TYPE" val="1"/>
  <p:tag name="KSO_WM_UNIT_USESOURCEFORMAT_APPLY" val="0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485_4*l_h_i*1_3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10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brightness&quot;:-0.5,&quot;colorType&quot;:1,&quot;foreColorIndex&quot;:7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7"/>
  <p:tag name="KSO_WM_UNIT_TEXT_FILL_FORE_SCHEMECOLOR_INDEX" val="2"/>
  <p:tag name="KSO_WM_UNIT_TEXT_FILL_TYPE" val="1"/>
  <p:tag name="KSO_WM_UNIT_USESOURCEFORMAT_APPLY" val="0"/>
</p:tagLst>
</file>

<file path=ppt/tags/tag213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485_4*l_h_f*1_2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14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485_4*l_h_f*1_1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15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485_4*l_h_f*1_3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16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485_4*l_h_f*1_4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"/>
  <p:tag name="KSO_WM_UNIT_ID" val="diagram20231444_3*l_i*1_1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gradient&quot;:[{&quot;brightness&quot;:0,&quot;colorType&quot;:1,&quot;foreColorIndex&quot;:5,&quot;pos&quot;:1,&quot;transparency&quot;:0.8999999761581421},{&quot;brightness&quot;:0,&quot;colorType&quot;:1,&quot;foreColorIndex&quot;:5,&quot;pos&quot;:0.25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"/>
  <p:tag name="KSO_WM_UNIT_ID" val="diagram20231444_3*l_i*1_2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FORE_SCHEMECOLOR_INDEX" val="5"/>
  <p:tag name="KSO_WM_UNIT_LINE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gradient&quot;:[{&quot;brightness&quot;:0,&quot;colorType&quot;:1,&quot;foreColorIndex&quot;:5,&quot;pos&quot;:1,&quot;transparency&quot;:0.8999999761581421},{&quot;brightness&quot;:0,&quot;colorType&quot;:1,&quot;foreColorIndex&quot;:5,&quot;pos&quot;:0.25,&quot;transparency&quot;:1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ILL_TYPE" val="2"/>
  <p:tag name="KSO_WM_UNIT_USESOURCEFORMAT_APPLY" val="0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3"/>
  <p:tag name="KSO_WM_UNIT_ID" val="diagram20231444_3*l_i*1_3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gradient&quot;:[{&quot;brightness&quot;:0,&quot;colorType&quot;:1,&quot;foreColorIndex&quot;:5,&quot;pos&quot;:1,&quot;transparency&quot;:0.800000011920929},{&quot;brightness&quot;:0,&quot;colorType&quot;:1,&quot;foreColorIndex&quot;:5,&quot;pos&quot;:0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4"/>
  <p:tag name="KSO_WM_UNIT_ID" val="diagram20231444_3*l_i*1_4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FORE_SCHEMECOLOR_INDEX" val="5"/>
  <p:tag name="KSO_WM_UNIT_LINE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gradient&quot;:[{&quot;brightness&quot;:0,&quot;colorType&quot;:1,&quot;foreColorIndex&quot;:5,&quot;pos&quot;:1,&quot;transparency&quot;:0.800000011920929},{&quot;brightness&quot;:0,&quot;colorType&quot;:1,&quot;foreColorIndex&quot;:5,&quot;pos&quot;:0,&quot;transparency&quot;:1}],&quot;type&quot;:3},&quot;glow&quot;:{&quot;colorType&quot;:0},&quot;line&quot;:{&quot;solidLine&quot;:{&quot;brightness&quot;:0,&quot;colorType&quot;:1,&quot;foreColorIndex&quot;:5,&quot;transparency&quot;:0.85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ILL_TYPE" val="2"/>
  <p:tag name="KSO_WM_UNIT_USESOURCEFORMAT_APPLY" val="0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5"/>
  <p:tag name="KSO_WM_UNIT_ID" val="diagram20231444_3*l_i*1_5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solid&quot;:{&quot;brightness&quot;:0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6"/>
  <p:tag name="KSO_WM_UNIT_ID" val="diagram20231444_3*l_i*1_6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7"/>
  <p:tag name="KSO_WM_UNIT_ID" val="diagram20231444_3*l_i*1_7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USESOURCEFORMAT_APPLY" val="0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8"/>
  <p:tag name="KSO_WM_UNIT_ID" val="diagram20231444_3*l_i*1_8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FORE_SCHEMECOLOR_INDEX" val="5"/>
  <p:tag name="KSO_WM_UNIT_LINE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ILL_TYPE" val="2"/>
  <p:tag name="KSO_WM_UNIT_USESOURCEFORMAT_APPLY" val="0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9"/>
  <p:tag name="KSO_WM_UNIT_ID" val="diagram20231444_3*l_i*1_9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USESOURCEFORMAT_APPLY" val="0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0"/>
  <p:tag name="KSO_WM_UNIT_ID" val="diagram20231444_3*l_i*1_10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1"/>
  <p:tag name="KSO_WM_UNIT_ID" val="diagram20231444_3*l_i*1_11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FORE_SCHEMECOLOR_INDEX" val="5"/>
  <p:tag name="KSO_WM_UNIT_LINE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ILL_TYPE" val="2"/>
  <p:tag name="KSO_WM_UNIT_USESOURCEFORMAT_APPLY" val="0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2"/>
  <p:tag name="KSO_WM_UNIT_ID" val="diagram20231444_3*l_i*1_12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3"/>
  <p:tag name="KSO_WM_UNIT_ID" val="diagram20231444_3*l_i*1_13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4"/>
  <p:tag name="KSO_WM_UNIT_ID" val="diagram20231444_3*l_i*1_14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USESOURCEFORMAT_APPLY" val="0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5"/>
  <p:tag name="KSO_WM_UNIT_ID" val="diagram20231444_3*l_i*1_15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FORE_SCHEMECOLOR_INDEX" val="5"/>
  <p:tag name="KSO_WM_UNIT_LINE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ILL_TYPE" val="2"/>
  <p:tag name="KSO_WM_UNIT_USESOURCEFORMAT_APPLY" val="0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6"/>
  <p:tag name="KSO_WM_UNIT_ID" val="diagram20231444_3*l_i*1_16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USESOURCEFORMAT_APPLY" val="0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7"/>
  <p:tag name="KSO_WM_UNIT_ID" val="diagram20231444_3*l_i*1_17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8"/>
  <p:tag name="KSO_WM_UNIT_ID" val="diagram20231444_3*l_i*1_18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FORE_SCHEMECOLOR_INDEX" val="5"/>
  <p:tag name="KSO_WM_UNIT_LINE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ILL_TYPE" val="2"/>
  <p:tag name="KSO_WM_UNIT_USESOURCEFORMAT_APPLY" val="0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9"/>
  <p:tag name="KSO_WM_UNIT_ID" val="diagram20231444_3*l_i*1_19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0"/>
  <p:tag name="KSO_WM_UNIT_ID" val="diagram20231444_3*l_i*1_20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FORE_SCHEMECOLOR_INDEX" val="5"/>
  <p:tag name="KSO_WM_UNIT_LINE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ILL_TYPE" val="2"/>
  <p:tag name="KSO_WM_UNIT_USESOURCEFORMAT_APPLY" val="0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1"/>
  <p:tag name="KSO_WM_UNIT_ID" val="diagram20231444_3*l_i*1_21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2"/>
  <p:tag name="KSO_WM_UNIT_ID" val="diagram20231444_3*l_i*1_22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20000000298023224}],&quot;type&quot;:3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3"/>
  <p:tag name="KSO_WM_UNIT_ID" val="diagram20231444_3*l_i*1_23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20000000298023224}],&quot;type&quot;:3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4"/>
  <p:tag name="KSO_WM_UNIT_ID" val="diagram20231444_3*l_i*1_24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20000000298023224}],&quot;type&quot;:3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25"/>
  <p:tag name="KSO_WM_UNIT_ID" val="diagram20231444_3*l_i*1_25"/>
  <p:tag name="KSO_WM_TEMPLATE_CATEGORY" val="diagram"/>
  <p:tag name="KSO_WM_TEMPLATE_INDEX" val="20231444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gradient&quot;:[{&quot;brightness&quot;:-0.25,&quot;colorType&quot;:1,&quot;foreColorIndex&quot;:5,&quot;pos&quot;:0.9200000166893005,&quot;transparency&quot;:0},{&quot;brightness&quot;:0.800000011920929,&quot;colorType&quot;:1,&quot;foreColorIndex&quot;:5,&quot;pos&quot;:0,&quot;transparency&quot;:0},{&quot;brightness&quot;:0.4000000059604645,&quot;colorType&quot;:1,&quot;foreColorIndex&quot;:5,&quot;pos&quot;:0.4000000059604645,&quot;transparency&quot;:0},{&quot;brightness&quot;:0,&quot;colorType&quot;:1,&quot;foreColorIndex&quot;:5,&quot;pos&quot;:0.6399999856948853,&quot;transparency&quot;:0}],&quot;type&quot;:3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444_3*l_h_f*1_1_1"/>
  <p:tag name="KSO_WM_TEMPLATE_CATEGORY" val="diagram"/>
  <p:tag name="KSO_WM_TEMPLATE_INDEX" val="20231444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输入你的项正文，文字是您思想的提炼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444_3*l_h_f*1_4_1"/>
  <p:tag name="KSO_WM_TEMPLATE_CATEGORY" val="diagram"/>
  <p:tag name="KSO_WM_TEMPLATE_INDEX" val="20231444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输入你的项正文，文字是您思想的提炼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4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444_3*l_h_f*1_3_1"/>
  <p:tag name="KSO_WM_TEMPLATE_CATEGORY" val="diagram"/>
  <p:tag name="KSO_WM_TEMPLATE_INDEX" val="20231444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输入你的项正文，文字是您思想的提炼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444_3*l_h_f*1_2_1"/>
  <p:tag name="KSO_WM_TEMPLATE_CATEGORY" val="diagram"/>
  <p:tag name="KSO_WM_TEMPLATE_INDEX" val="20231444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输入你的项正文，文字是您思想的提炼"/>
  <p:tag name="KSO_WM_DIAGRAM_MAX_ITEMCNT" val="6"/>
  <p:tag name="KSO_WM_DIAGRAM_MIN_ITEMCNT" val="2"/>
  <p:tag name="KSO_WM_DIAGRAM_VIRTUALLY_FRAME" val="{&quot;height&quot;:337.2492913385827,&quot;width&quot;:839.233937007874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46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69_7*e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02"/>
</p:tagLst>
</file>

<file path=ppt/tags/tag2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69_7*a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CONTENT_GROUP_TYPE" val="contentchip"/>
  <p:tag name="KSO_WM_UNIT_PRESET_TEXT" val="输入章节标题"/>
</p:tagLst>
</file>

<file path=ppt/tags/tag248.xml><?xml version="1.0" encoding="utf-8"?>
<p:tagLst xmlns:p="http://schemas.openxmlformats.org/presentationml/2006/main">
  <p:tag name="KSO_WM_SLIDE_ID" val="custom2023026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3026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6.1&quot;,&quot;top&quot;:&quot;87.2&quot;,&quot;width&quot;:&quot;531.65&quot;,&quot;height&quot;:&quot;365.6&quot;}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1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EXT_CAN_REMOVE" val="n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2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3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4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61.xml><?xml version="1.0" encoding="utf-8"?>
<p:tagLst xmlns:p="http://schemas.openxmlformats.org/presentationml/2006/main">
  <p:tag name="KSO_WM_TEMPLATE_CATEGORY" val="custom"/>
  <p:tag name="KSO_WM_TEMPLATE_INDEX" val="20230269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320_3*l_h_i*1_1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.800000011920929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20_3*l_h_i*1_1_2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,&quot;colorType&quot;:1,&quot;foreColorIndex&quot;:5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64.xml><?xml version="1.0" encoding="utf-8"?>
<p:tagLst xmlns:p="http://schemas.openxmlformats.org/presentationml/2006/main"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20_3*l_h_f*1_1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320_3*l_h_i*1_2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.800000011920929,&quot;colorType&quot;:1,&quot;foreColorIndex&quot;:6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20_3*l_h_i*1_2_2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,&quot;colorType&quot;:1,&quot;foreColorIndex&quot;:6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67.xml><?xml version="1.0" encoding="utf-8"?>
<p:tagLst xmlns:p="http://schemas.openxmlformats.org/presentationml/2006/main"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20_3*l_h_f*1_2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320_3*l_h_i*1_3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.800000011920929,&quot;colorType&quot;:1,&quot;foreColorIndex&quot;:7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20_3*l_h_i*1_3_2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,&quot;colorType&quot;:1,&quot;foreColorIndex&quot;:7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70.xml><?xml version="1.0" encoding="utf-8"?>
<p:tagLst xmlns:p="http://schemas.openxmlformats.org/presentationml/2006/main"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20_3*l_h_f*1_3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320_3*l_h_i*1_4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8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.800000011920929,&quot;colorType&quot;:1,&quot;foreColorIndex&quot;:8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320_3*l_h_i*1_4_2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8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,&quot;colorType&quot;:1,&quot;foreColorIndex&quot;:8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73.xml><?xml version="1.0" encoding="utf-8"?>
<p:tagLst xmlns:p="http://schemas.openxmlformats.org/presentationml/2006/main"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320_3*l_h_f*1_4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370_3*l_h_i*1_1_1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gradient&quot;:[{&quot;brightness&quot;:0,&quot;colorType&quot;:1,&quot;foreColorIndex&quot;:5,&quot;pos&quot;:0,&quot;transparency&quot;:0.30000001192092896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70_3*l_h_i*1_1_2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76.xml><?xml version="1.0" encoding="utf-8"?>
<p:tagLst xmlns:p="http://schemas.openxmlformats.org/presentationml/2006/main">
  <p:tag name="KSO_WM_UNIT_BLOCK" val="0"/>
  <p:tag name="KSO_WM_UNIT_DEC_AREA_ID" val="c37347cbc0a24348939d931e37367649"/>
  <p:tag name="KSO_WM_UNIT_DEFAULT_FONT" val="12;18;2"/>
  <p:tag name="KSO_WM_UNIT_SUBTYPE" val="a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70_3*l_h_f*1_1_1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，为了最终演示发布的良好效果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370_3*l_h_i*1_2_1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7"/>
  <p:tag name="KSO_WM_UNIT_LINE_FORE_SCHEMECOLOR_INDEX" val="7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solid&quot;:{&quot;brightness&quot;:0.800000011920929,&quot;colorType&quot;:1,&quot;foreColorIndex&quot;:7,&quot;transparency&quot;:0.800000011920929},&quot;type&quot;:1},&quot;glow&quot;:{&quot;colorType&quot;:0},&quot;line&quot;:{&quot;solidLine&quot;:{&quot;brightness&quot;:0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70_3*l_h_i*1_2_2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79.xml><?xml version="1.0" encoding="utf-8"?>
<p:tagLst xmlns:p="http://schemas.openxmlformats.org/presentationml/2006/main">
  <p:tag name="KSO_WM_UNIT_BLOCK" val="0"/>
  <p:tag name="KSO_WM_UNIT_DEC_AREA_ID" val="c37347cbc0a24348939d931e37367649"/>
  <p:tag name="KSO_WM_UNIT_DEFAULT_FONT" val="12;18;2"/>
  <p:tag name="KSO_WM_UNIT_SUBTYPE" val="a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70_3*l_h_f*1_2_1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，为了最终演示发布的良好效果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370_3*l_h_i*1_3_1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gradient&quot;:[{&quot;brightness&quot;:0,&quot;colorType&quot;:1,&quot;foreColorIndex&quot;:5,&quot;pos&quot;:0,&quot;transparency&quot;:0.30000001192092896},{&quot;brightness&quot;:0,&quot;colorType&quot;:1,&quot;foreColorIndex&quot;:5,&quot;pos&quot;:0.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81.xml><?xml version="1.0" encoding="utf-8"?>
<p:tagLst xmlns:p="http://schemas.openxmlformats.org/presentationml/2006/main">
  <p:tag name="KSO_WM_UNIT_BLOCK" val="0"/>
  <p:tag name="KSO_WM_UNIT_DEC_AREA_ID" val="c37347cbc0a24348939d931e37367649"/>
  <p:tag name="KSO_WM_UNIT_DEFAULT_FONT" val="12;18;2"/>
  <p:tag name="KSO_WM_UNIT_SUBTYPE" val="a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70_3*l_h_f*1_3_1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，为了最终演示发布的良好效果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70_3*l_h_i*1_3_2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370_3*l_h_i*1_4_1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7"/>
  <p:tag name="KSO_WM_UNIT_LINE_FORE_SCHEMECOLOR_INDEX" val="7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solid&quot;:{&quot;brightness&quot;:0.800000011920929,&quot;colorType&quot;:1,&quot;foreColorIndex&quot;:7,&quot;transparency&quot;:0.800000011920929},&quot;type&quot;:1},&quot;glow&quot;:{&quot;colorType&quot;:0},&quot;line&quot;:{&quot;solidLine&quot;:{&quot;brightness&quot;:0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370_3*l_h_i*1_4_2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85.xml><?xml version="1.0" encoding="utf-8"?>
<p:tagLst xmlns:p="http://schemas.openxmlformats.org/presentationml/2006/main">
  <p:tag name="KSO_WM_UNIT_BLOCK" val="0"/>
  <p:tag name="KSO_WM_UNIT_DEC_AREA_ID" val="c37347cbc0a24348939d931e37367649"/>
  <p:tag name="KSO_WM_UNIT_DEFAULT_FONT" val="12;18;2"/>
  <p:tag name="KSO_WM_UNIT_SUBTYPE" val="a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370_3*l_h_f*1_4_1"/>
  <p:tag name="KSO_WM_TEMPLATE_CATEGORY" val="diagram"/>
  <p:tag name="KSO_WM_TEMPLATE_INDEX" val="2023137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，为了最终演示发布的良好效果"/>
  <p:tag name="KSO_WM_DIAGRAM_MAX_ITEMCNT" val="6"/>
  <p:tag name="KSO_WM_DIAGRAM_MIN_ITEMCNT" val="2"/>
  <p:tag name="KSO_WM_DIAGRAM_VIRTUALLY_FRAME" val="{&quot;height&quot;:372.8570078740157,&quot;width&quot;:864.84771653543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1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EXT_CAN_REMOVE" val="n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2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3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4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29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69_7*e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03"/>
</p:tagLst>
</file>

<file path=ppt/tags/tag2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69_7*a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CONTENT_GROUP_TYPE" val="contentchip"/>
  <p:tag name="KSO_WM_UNIT_PRESET_TEXT" val="输入章节标题"/>
</p:tagLst>
</file>

<file path=ppt/tags/tag300.xml><?xml version="1.0" encoding="utf-8"?>
<p:tagLst xmlns:p="http://schemas.openxmlformats.org/presentationml/2006/main">
  <p:tag name="KSO_WM_SLIDE_ID" val="custom2023026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3026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6.1&quot;,&quot;top&quot;:&quot;87.2&quot;,&quot;width&quot;:&quot;531.65&quot;,&quot;height&quot;:&quot;365.6&quot;}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1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EXT_CAN_REMOVE" val="n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2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3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4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13.xml><?xml version="1.0" encoding="utf-8"?>
<p:tagLst xmlns:p="http://schemas.openxmlformats.org/presentationml/2006/main">
  <p:tag name="KSO_WM_TEMPLATE_CATEGORY" val="custom"/>
  <p:tag name="KSO_WM_TEMPLATE_INDEX" val="20230269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320_3*l_h_i*1_1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.800000011920929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20_3*l_h_i*1_1_2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,&quot;colorType&quot;:1,&quot;foreColorIndex&quot;:5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16.xml><?xml version="1.0" encoding="utf-8"?>
<p:tagLst xmlns:p="http://schemas.openxmlformats.org/presentationml/2006/main"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20_3*l_h_f*1_1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320_3*l_h_i*1_2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.800000011920929,&quot;colorType&quot;:1,&quot;foreColorIndex&quot;:6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20_3*l_h_i*1_2_2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,&quot;colorType&quot;:1,&quot;foreColorIndex&quot;:6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19.xml><?xml version="1.0" encoding="utf-8"?>
<p:tagLst xmlns:p="http://schemas.openxmlformats.org/presentationml/2006/main"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20_3*l_h_f*1_2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320_3*l_h_i*1_3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.800000011920929,&quot;colorType&quot;:1,&quot;foreColorIndex&quot;:7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20_3*l_h_i*1_3_2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,&quot;colorType&quot;:1,&quot;foreColorIndex&quot;:7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22.xml><?xml version="1.0" encoding="utf-8"?>
<p:tagLst xmlns:p="http://schemas.openxmlformats.org/presentationml/2006/main"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20_3*l_h_f*1_3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320_3*l_h_i*1_4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8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.800000011920929,&quot;colorType&quot;:1,&quot;foreColorIndex&quot;:8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320_3*l_h_i*1_4_2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8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solid&quot;:{&quot;brightness&quot;:0,&quot;colorType&quot;:1,&quot;foreColorIndex&quot;:8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25.xml><?xml version="1.0" encoding="utf-8"?>
<p:tagLst xmlns:p="http://schemas.openxmlformats.org/presentationml/2006/main"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320_3*l_h_f*1_4_1"/>
  <p:tag name="KSO_WM_TEMPLATE_CATEGORY" val="diagram"/>
  <p:tag name="KSO_WM_TEMPLATE_INDEX" val="20231320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26.56047244094486,&quot;width&quot;:855.052834645669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1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EXT_CAN_REMOVE" val="n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2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3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4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366_3*l_h_i*1_1_1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solid&quot;:{&quot;brightness&quot;:0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66_3*l_h_i*1_1_2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366_3*l_h_a*1_1_1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PRESET_TEXT" val="添加标题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366_3*l_h_i*1_2_1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FILL_FORE_SCHEMECOLOR_INDEX" val="6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solid&quot;:{&quot;brightness&quot;:0,&quot;colorType&quot;:1,&quot;foreColorIndex&quot;:6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66_3*l_h_i*1_2_2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FILL_FORE_SCHEMECOLOR_INDEX" val="6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366_3*l_h_a*1_2_1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PRESET_TEXT" val="添加标题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366_3*l_h_i*1_3_1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FILL_FORE_SCHEMECOLOR_INDEX" val="7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solid&quot;:{&quot;brightness&quot;:0,&quot;colorType&quot;:1,&quot;foreColorIndex&quot;:7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66_3*l_h_i*1_3_2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FILL_FORE_SCHEMECOLOR_INDEX" val="7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366_3*l_h_a*1_3_1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PRESET_TEXT" val="添加标题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366_3*l_h_i*1_4_1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FILL_FORE_SCHEMECOLOR_INDEX" val="8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solid&quot;:{&quot;brightness&quot;:0,&quot;colorType&quot;:1,&quot;foreColorIndex&quot;:8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366_3*l_h_i*1_4_2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FILL_FORE_SCHEMECOLOR_INDEX" val="8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366_3*l_h_a*1_4_1"/>
  <p:tag name="KSO_WM_TEMPLATE_CATEGORY" val="diagram"/>
  <p:tag name="KSO_WM_TEMPLATE_INDEX" val="20231366"/>
  <p:tag name="KSO_WM_UNIT_LAYERLEVEL" val="1_1_1"/>
  <p:tag name="KSO_WM_TAG_VERSION" val="3.0"/>
  <p:tag name="KSO_WM_DIAGRAM_VERSION" val="3"/>
  <p:tag name="KSO_WM_DIAGRAM_COLOR_TEXT_CAN_REMOVE" val="n"/>
  <p:tag name="KSO_WM_BEAUTIFY_FLAG" val="#wm#"/>
  <p:tag name="KSO_WM_UNIT_PRESET_TEXT" val="添加标题"/>
  <p:tag name="KSO_WM_DIAGRAM_MAX_ITEMCNT" val="6"/>
  <p:tag name="KSO_WM_DIAGRAM_MIN_ITEMCNT" val="2"/>
  <p:tag name="KSO_WM_DIAGRAM_VIRTUALLY_FRAME" val="{&quot;height&quot;:307.102283464567,&quot;width&quot;:854.95220472440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35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69_7*e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04"/>
</p:tagLst>
</file>

<file path=ppt/tags/tag3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69_7*a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CONTENT_GROUP_TYPE" val="contentchip"/>
  <p:tag name="KSO_WM_UNIT_PRESET_TEXT" val="输入章节标题"/>
</p:tagLst>
</file>

<file path=ppt/tags/tag352.xml><?xml version="1.0" encoding="utf-8"?>
<p:tagLst xmlns:p="http://schemas.openxmlformats.org/presentationml/2006/main">
  <p:tag name="KSO_WM_SLIDE_ID" val="custom2023026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3026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6.1&quot;,&quot;top&quot;:&quot;87.2&quot;,&quot;width&quot;:&quot;531.65&quot;,&quot;height&quot;:&quot;365.6&quot;}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485_4*l_h_i*1_1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5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485_4*l_h_i*1_2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6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-0.5,&quot;colorType&quot;:1,&quot;foreColorIndex&quot;:6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6"/>
  <p:tag name="KSO_WM_UNIT_TEXT_FILL_FORE_SCHEMECOLOR_INDEX" val="2"/>
  <p:tag name="KSO_WM_UNIT_TEXT_FILL_TYPE" val="1"/>
  <p:tag name="KSO_WM_UNIT_USESOURCEFORMAT_APPLY" val="0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485_4*l_h_i*1_4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8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.4000000059604645,&quot;colorType&quot;:1,&quot;foreColorIndex&quot;:7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7"/>
  <p:tag name="KSO_WM_UNIT_TEXT_FILL_FORE_SCHEMECOLOR_INDEX" val="2"/>
  <p:tag name="KSO_WM_UNIT_TEXT_FILL_TYPE" val="1"/>
  <p:tag name="KSO_WM_UNIT_USESOURCEFORMAT_APPLY" val="0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485_4*l_h_i*1_3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10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brightness&quot;:-0.5,&quot;colorType&quot;:1,&quot;foreColorIndex&quot;:7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7"/>
  <p:tag name="KSO_WM_UNIT_TEXT_FILL_FORE_SCHEMECOLOR_INDEX" val="2"/>
  <p:tag name="KSO_WM_UNIT_TEXT_FILL_TYPE" val="1"/>
  <p:tag name="KSO_WM_UNIT_USESOURCEFORMAT_APPLY" val="0"/>
</p:tagLst>
</file>

<file path=ppt/tags/tag357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485_4*l_h_f*1_2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58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485_4*l_h_f*1_1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59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485_4*l_h_f*1_3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60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485_4*l_h_f*1_4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61.xml><?xml version="1.0" encoding="utf-8"?>
<p:tagLst xmlns:p="http://schemas.openxmlformats.org/presentationml/2006/main">
  <p:tag name="KSO_WM_TEMPLATE_CATEGORY" val="custom"/>
  <p:tag name="KSO_WM_TEMPLATE_INDEX" val="20230269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1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EXT_CAN_REMOVE" val="n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2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3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4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374.xml><?xml version="1.0" encoding="utf-8"?>
<p:tagLst xmlns:p="http://schemas.openxmlformats.org/presentationml/2006/main">
  <p:tag name="KSO_WM_UNIT_SUBTYPE" val="a"/>
  <p:tag name="KSO_WM_UNIT_NOCLEAR" val="0"/>
  <p:tag name="KSO_WM_UNIT_VALUE" val="175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255_3*l_h_f*1_1_1"/>
  <p:tag name="KSO_WM_TEMPLATE_CATEGORY" val="diagram"/>
  <p:tag name="KSO_WM_TEMPLATE_INDEX" val="202312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根据需要可酌情增减文字添加文本"/>
  <p:tag name="KSO_WM_DIAGRAM_MAX_ITEMCNT" val="6"/>
  <p:tag name="KSO_WM_DIAGRAM_MIN_ITEMCNT" val="2"/>
  <p:tag name="KSO_WM_DIAGRAM_VIRTUALLY_FRAME" val="{&quot;height&quot;:360.25,&quot;width&quot;:340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75.xml><?xml version="1.0" encoding="utf-8"?>
<p:tagLst xmlns:p="http://schemas.openxmlformats.org/presentationml/2006/main">
  <p:tag name="KSO_WM_UNIT_SUBTYPE" val="a"/>
  <p:tag name="KSO_WM_UNIT_NOCLEAR" val="0"/>
  <p:tag name="KSO_WM_UNIT_VALUE" val="175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255_3*l_h_f*1_2_1"/>
  <p:tag name="KSO_WM_TEMPLATE_CATEGORY" val="diagram"/>
  <p:tag name="KSO_WM_TEMPLATE_INDEX" val="202312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根据需要可酌情增减文字添加文本"/>
  <p:tag name="KSO_WM_DIAGRAM_MAX_ITEMCNT" val="6"/>
  <p:tag name="KSO_WM_DIAGRAM_MIN_ITEMCNT" val="2"/>
  <p:tag name="KSO_WM_DIAGRAM_VIRTUALLY_FRAME" val="{&quot;height&quot;:360.25,&quot;width&quot;:340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76.xml><?xml version="1.0" encoding="utf-8"?>
<p:tagLst xmlns:p="http://schemas.openxmlformats.org/presentationml/2006/main">
  <p:tag name="KSO_WM_UNIT_SUBTYPE" val="a"/>
  <p:tag name="KSO_WM_UNIT_NOCLEAR" val="0"/>
  <p:tag name="KSO_WM_UNIT_VALUE" val="175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255_3*l_h_f*1_3_1"/>
  <p:tag name="KSO_WM_TEMPLATE_CATEGORY" val="diagram"/>
  <p:tag name="KSO_WM_TEMPLATE_INDEX" val="202312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根据需要可酌情增减文字添加文本"/>
  <p:tag name="KSO_WM_DIAGRAM_MAX_ITEMCNT" val="6"/>
  <p:tag name="KSO_WM_DIAGRAM_MIN_ITEMCNT" val="2"/>
  <p:tag name="KSO_WM_DIAGRAM_VIRTUALLY_FRAME" val="{&quot;height&quot;:360.25,&quot;width&quot;:340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77.xml><?xml version="1.0" encoding="utf-8"?>
<p:tagLst xmlns:p="http://schemas.openxmlformats.org/presentationml/2006/main">
  <p:tag name="KSO_WM_UNIT_SUBTYPE" val="a"/>
  <p:tag name="KSO_WM_UNIT_NOCLEAR" val="0"/>
  <p:tag name="KSO_WM_UNIT_VALUE" val="175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255_3*l_h_f*1_4_1"/>
  <p:tag name="KSO_WM_TEMPLATE_CATEGORY" val="diagram"/>
  <p:tag name="KSO_WM_TEMPLATE_INDEX" val="2023125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根据需要可酌情增减文字添加文本"/>
  <p:tag name="KSO_WM_DIAGRAM_MAX_ITEMCNT" val="6"/>
  <p:tag name="KSO_WM_DIAGRAM_MIN_ITEMCNT" val="2"/>
  <p:tag name="KSO_WM_DIAGRAM_VIRTUALLY_FRAME" val="{&quot;height&quot;:360.25,&quot;width&quot;:340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i*1_1_1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f*1_1_1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EXT_CAN_REMOVE" val="n"/>
  <p:tag name="KSO_WM_UNIT_PRESET_TEXT" val="单击输入你的正文，文字是您思想的提炼，为了最终演示发布的良好效果。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i*1_1_2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i*1_2_1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f*1_2_1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EXT_CAN_REMOVE" val="n"/>
  <p:tag name="KSO_WM_UNIT_PRESET_TEXT" val="单击输入你的正文，文字是您思想的提炼，为了最终演示发布的良好效果。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i*1_2_2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i*1_3_1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f*1_3_1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EXT_CAN_REMOVE" val="n"/>
  <p:tag name="KSO_WM_UNIT_PRESET_TEXT" val="单击输入你的正文，文字是您思想的提炼，为了最终演示发布的良好效果。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i*1_3_2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i*1_4_1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1"/>
  <p:tag name="KSO_WM_DIAGRAM_VERSION" val="3"/>
  <p:tag name="KSO_WM_DIAGRAM_COLOR_TEXT_CAN_REMOVE" val="n"/>
  <p:tag name="KSO_WM_UNIT_FILL_FORE_SCHEMECOLOR_INDEX" val="8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f*1_4_1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EXT_CAN_REMOVE" val="n"/>
  <p:tag name="KSO_WM_UNIT_PRESET_TEXT" val="单击输入你的正文，文字是您思想的提炼，为了最终演示发布的良好效果。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4_3*l_h_i*1_4_2"/>
  <p:tag name="KSO_WM_TEMPLATE_CATEGORY" val="diagram"/>
  <p:tag name="KSO_WM_TEMPLATE_INDEX" val="202313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EXT_CAN_REMOVE" val="n"/>
  <p:tag name="KSO_WM_UNIT_FILL_FORE_SCHEMECOLOR_INDEX" val="8"/>
  <p:tag name="KSO_WM_DIAGRAM_MAX_ITEMCNT" val="6"/>
  <p:tag name="KSO_WM_DIAGRAM_MIN_ITEMCNT" val="2"/>
  <p:tag name="KSO_WM_DIAGRAM_VIRTUALLY_FRAME" val="{&quot;height&quot;:348.5586614173228,&quot;width&quot;:861.3488188976378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9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69_7*e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05"/>
</p:tagLst>
</file>

<file path=ppt/tags/tag3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69_7*a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CONTENT_GROUP_TYPE" val="contentchip"/>
  <p:tag name="KSO_WM_UNIT_PRESET_TEXT" val="输入章节标题"/>
</p:tagLst>
</file>

<file path=ppt/tags/tag392.xml><?xml version="1.0" encoding="utf-8"?>
<p:tagLst xmlns:p="http://schemas.openxmlformats.org/presentationml/2006/main">
  <p:tag name="KSO_WM_SLIDE_ID" val="custom2023026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3026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6.1&quot;,&quot;top&quot;:&quot;87.2&quot;,&quot;width&quot;:&quot;531.65&quot;,&quot;height&quot;:&quot;365.6&quot;}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485_4*l_h_i*1_1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5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485_4*l_h_i*1_2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6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-0.5,&quot;colorType&quot;:1,&quot;foreColorIndex&quot;:6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6"/>
  <p:tag name="KSO_WM_UNIT_TEXT_FILL_FORE_SCHEMECOLOR_INDEX" val="2"/>
  <p:tag name="KSO_WM_UNIT_TEXT_FILL_TYPE" val="1"/>
  <p:tag name="KSO_WM_UNIT_USESOURCEFORMAT_APPLY" val="0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485_4*l_h_i*1_4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8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.4000000059604645,&quot;colorType&quot;:1,&quot;foreColorIndex&quot;:7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7"/>
  <p:tag name="KSO_WM_UNIT_TEXT_FILL_FORE_SCHEMECOLOR_INDEX" val="2"/>
  <p:tag name="KSO_WM_UNIT_TEXT_FILL_TYPE" val="1"/>
  <p:tag name="KSO_WM_UNIT_USESOURCEFORMAT_APPLY" val="0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485_4*l_h_i*1_3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添加标题"/>
  <p:tag name="KSO_WM_UNIT_FILL_FORE_SCHEMECOLOR_INDEX" val="10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brightness&quot;:-0.5,&quot;colorType&quot;:1,&quot;foreColorIndex&quot;:7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7"/>
  <p:tag name="KSO_WM_UNIT_TEXT_FILL_FORE_SCHEMECOLOR_INDEX" val="2"/>
  <p:tag name="KSO_WM_UNIT_TEXT_FILL_TYPE" val="1"/>
  <p:tag name="KSO_WM_UNIT_USESOURCEFORMAT_APPLY" val="0"/>
</p:tagLst>
</file>

<file path=ppt/tags/tag397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485_4*l_h_f*1_2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98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485_4*l_h_f*1_1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99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485_4*l_h_f*1_3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00.xml><?xml version="1.0" encoding="utf-8"?>
<p:tagLst xmlns:p="http://schemas.openxmlformats.org/presentationml/2006/main">
  <p:tag name="KSO_WM_UNIT_SUBTYPE" val="a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485_4*l_h_f*1_4_1"/>
  <p:tag name="KSO_WM_TEMPLATE_CATEGORY" val="diagram"/>
  <p:tag name="KSO_WM_TEMPLATE_INDEX" val="20231485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PRESET_TEXT" val="单击此处输入你的项正文文字是您思想的提炼，请尽量言简意赅的阐述观点"/>
  <p:tag name="KSO_WM_DIAGRAM_MAX_ITEMCNT" val="6"/>
  <p:tag name="KSO_WM_DIAGRAM_MIN_ITEMCNT" val="1"/>
  <p:tag name="KSO_WM_DIAGRAM_VIRTUALLY_FRAME" val="{&quot;height&quot;:254.35,&quot;width&quot;:91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01.xml><?xml version="1.0" encoding="utf-8"?>
<p:tagLst xmlns:p="http://schemas.openxmlformats.org/presentationml/2006/main">
  <p:tag name="KSO_WM_TEMPLATE_CATEGORY" val="custom"/>
  <p:tag name="KSO_WM_TEMPLATE_INDEX" val="20230269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01_3*l_h_i*1_3_2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brightness&quot;:0,&quot;colorType&quot;:2,&quot;rgb&quot;:&quot;#000000&quot;,&quot;transparency&quot;:0.76999998092651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301_3*l_h_i*1_3_3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0,&quot;colorType&quot;:1,&quot;foreColorIndex&quot;:7,&quot;transparency&quot;:0.6899999976158142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7"/>
  <p:tag name="KSO_WM_UNIT_TEXT_FILL_FORE_SCHEMECOLOR_INDEX" val="2"/>
  <p:tag name="KSO_WM_UNIT_TEXT_FILL_TYPE" val="1"/>
  <p:tag name="KSO_WM_UNIT_USESOURCEFORMAT_APPLY" val="0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301_3*l_h_i*1_3_1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-0.25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0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01_3*l_h_f*1_3_1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此输入你的智能图形项正文，文字是您思想的提炼，请尽量言简意赅的阐述观点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01_3*l_h_i*1_1_2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brightness&quot;:0,&quot;colorType&quot;:2,&quot;rgb&quot;:&quot;#000000&quot;,&quot;transparency&quot;:0.76999998092651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301_3*l_h_i*1_1_3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899999976158142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301_3*l_h_i*1_1_1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0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01_3*l_h_f*1_1_1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此输入你的智能图形项正文，文字是您思想的提炼，请尽量言简意赅的阐述观点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01_3*l_h_i*1_2_2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brightness&quot;:0,&quot;colorType&quot;:2,&quot;rgb&quot;:&quot;#000000&quot;,&quot;transparency&quot;:0.76999998092651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301_3*l_h_i*1_2_3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0,&quot;colorType&quot;:1,&quot;foreColorIndex&quot;:6,&quot;transparency&quot;:0.6899999976158142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6"/>
  <p:tag name="KSO_WM_UNIT_TEXT_FILL_FORE_SCHEMECOLOR_INDEX" val="2"/>
  <p:tag name="KSO_WM_UNIT_TEXT_FILL_TYPE" val="1"/>
  <p:tag name="KSO_WM_UNIT_USESOURCEFORMAT_APPLY" val="0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301_3*l_h_i*1_2_1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-0.25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1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01_3*l_h_f*1_2_1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此输入你的智能图形项正文，文字是您思想的提炼，请尽量言简意赅的阐述观点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301_3*l_h_i*1_4_2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brightness&quot;:0,&quot;colorType&quot;:2,&quot;rgb&quot;:&quot;#000000&quot;,&quot;transparency&quot;:0.769999980926513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1301_3*l_h_i*1_4_3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8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,&quot;colorType&quot;:1,&quot;foreColorIndex&quot;:8,&quot;transparency&quot;:0.6899999976158142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8"/>
  <p:tag name="KSO_WM_UNIT_TEXT_FILL_FORE_SCHEMECOLOR_INDEX" val="2"/>
  <p:tag name="KSO_WM_UNIT_TEXT_FILL_TYPE" val="1"/>
  <p:tag name="KSO_WM_UNIT_USESOURCEFORMAT_APPLY" val="0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301_3*l_h_i*1_4_1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FILL_FORE_SCHEMECOLOR_INDEX" val="8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solid&quot;:{&quot;brightness&quot;:-0.2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1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301_3*l_h_f*1_4_1"/>
  <p:tag name="KSO_WM_TEMPLATE_CATEGORY" val="diagram"/>
  <p:tag name="KSO_WM_TEMPLATE_INDEX" val="20231301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UNIT_PRESET_TEXT" val="此输入你的智能图形项正文，文字是您思想的提炼，请尽量言简意赅的阐述观点"/>
  <p:tag name="KSO_WM_DIAGRAM_MAX_ITEMCNT" val="6"/>
  <p:tag name="KSO_WM_DIAGRAM_MIN_ITEMCNT" val="2"/>
  <p:tag name="KSO_WM_DIAGRAM_VIRTUALLY_FRAME" val="{&quot;height&quot;:370.35409448818893,&quot;width&quot;:830.77496062992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418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316_3*l_h_i*1_3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19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31316_3*l_h_i*1_3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20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316_3*l_h_i*1_3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421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16_3*l_h_i*1_3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22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316_3*l_h_i*1_1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23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1316_3*l_h_i*1_1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24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316_3*l_h_i*1_1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425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16_3*l_h_i*1_1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26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16_3*l_h_f*1_1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27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16_3*l_h_f*1_3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28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316_3*l_h_i*1_2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29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1316_3*l_h_i*1_2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30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316_3*l_h_i*1_2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431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16_3*l_h_i*1_2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32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1316_3*l_h_i*1_4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33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31316_3*l_h_i*1_4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34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316_3*l_h_i*1_4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435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316_3*l_h_i*1_4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36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316_3*l_h_f*1_4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37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16_3*l_h_f*1_2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3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69_7*e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06"/>
</p:tagLst>
</file>

<file path=ppt/tags/tag43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69_7*a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CONTENT_GROUP_TYPE" val="contentchip"/>
  <p:tag name="KSO_WM_UNIT_PRESET_TEXT" val="输入章节标题"/>
</p:tagLst>
</file>

<file path=ppt/tags/tag440.xml><?xml version="1.0" encoding="utf-8"?>
<p:tagLst xmlns:p="http://schemas.openxmlformats.org/presentationml/2006/main">
  <p:tag name="KSO_WM_SLIDE_ID" val="custom2023026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3026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36.1&quot;,&quot;top&quot;:&quot;87.2&quot;,&quot;width&quot;:&quot;531.65&quot;,&quot;height&quot;:&quot;365.6&quot;}"/>
</p:tagLst>
</file>

<file path=ppt/tags/tag441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316_3*l_h_i*1_3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42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31316_3*l_h_i*1_3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43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316_3*l_h_i*1_3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444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16_3*l_h_i*1_3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45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316_3*l_h_i*1_1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46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1316_3*l_h_i*1_1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47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316_3*l_h_i*1_1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448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16_3*l_h_i*1_1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49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16_3*l_h_f*1_1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50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16_3*l_h_f*1_3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51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316_3*l_h_i*1_2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52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1316_3*l_h_i*1_2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53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316_3*l_h_i*1_2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454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16_3*l_h_i*1_2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55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1316_3*l_h_i*1_4_3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56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31316_3*l_h_i*1_4_4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57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316_3*l_h_i*1_4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USESOURCEFORMAT_APPLY" val="0"/>
</p:tagLst>
</file>

<file path=ppt/tags/tag458.xml><?xml version="1.0" encoding="utf-8"?>
<p:tagLst xmlns:p="http://schemas.openxmlformats.org/presentationml/2006/main"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316_3*l_h_i*1_4_2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USESOURCEFORMAT_APPLY" val="0"/>
</p:tagLst>
</file>

<file path=ppt/tags/tag459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316_3*l_h_f*1_4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60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16_3*l_h_f*1_2_1"/>
  <p:tag name="KSO_WM_TEMPLATE_CATEGORY" val="diagram"/>
  <p:tag name="KSO_WM_TEMPLATE_INDEX" val="20231316"/>
  <p:tag name="KSO_WM_UNIT_LAYERLEVEL" val="1_1_1"/>
  <p:tag name="KSO_WM_TAG_VERSION" val="3.0"/>
  <p:tag name="KSO_WM_BEAUTIFY_FLAG" val="#wm#"/>
  <p:tag name="KSO_WM_UNIT_PRESET_TEXT" val="单击此处输入你的智能图形项正文，文字是您思想的提炼。"/>
  <p:tag name="KSO_WM_DIAGRAM_MAX_ITEMCNT" val="6"/>
  <p:tag name="KSO_WM_DIAGRAM_MIN_ITEMCNT" val="2"/>
  <p:tag name="KSO_WM_DIAGRAM_VIRTUALLY_FRAME" val="{&quot;height&quot;:282.6150393700787,&quot;width&quot;:863.6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61.xml><?xml version="1.0" encoding="utf-8"?>
<p:tagLst xmlns:p="http://schemas.openxmlformats.org/presentationml/2006/main">
  <p:tag name="KSO_WM_TEMPLATE_CATEGORY" val="custom"/>
  <p:tag name="KSO_WM_TEMPLATE_INDEX" val="20230269"/>
</p:tagLst>
</file>

<file path=ppt/tags/tag4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1447_3*l_i*1_1"/>
  <p:tag name="KSO_WM_TEMPLATE_CATEGORY" val="diagram"/>
  <p:tag name="KSO_WM_TEMPLATE_INDEX" val="20231447"/>
  <p:tag name="KSO_WM_UNIT_LAYERLEVEL" val="1_1"/>
  <p:tag name="KSO_WM_TAG_VERSION" val="3.0"/>
  <p:tag name="KSO_WM_BEAUTIFY_FLAG" val="#wm#"/>
  <p:tag name="KSO_WM_UNIT_LINE_FORE_SCHEMECOLOR_INDEX" val="5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4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1447_3*l_i*1_2"/>
  <p:tag name="KSO_WM_TEMPLATE_CATEGORY" val="diagram"/>
  <p:tag name="KSO_WM_TEMPLATE_INDEX" val="20231447"/>
  <p:tag name="KSO_WM_UNIT_LAYERLEVEL" val="1_1"/>
  <p:tag name="KSO_WM_TAG_VERSION" val="3.0"/>
  <p:tag name="KSO_WM_BEAUTIFY_FLAG" val="#wm#"/>
  <p:tag name="KSO_WM_UNIT_LINE_FORE_SCHEMECOLOR_INDEX" val="5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4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447_3*l_h_i*1_4_1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gradient&quot;:[{&quot;brightness&quot;:0.6000000238418579,&quot;colorType&quot;:1,&quot;foreColorIndex&quot;:5,&quot;pos&quot;:0.19580000638961792,&quot;transparency&quot;:0},{&quot;brightness&quot;:-0.25,&quot;colorType&quot;:1,&quot;foreColorIndex&quot;:5,&quot;pos&quot;:0.9399999976158142,&quot;transparency&quot;:0},{&quot;brightness&quot;:0,&quot;colorType&quot;:1,&quot;foreColorIndex&quot;:5,&quot;pos&quot;:0.7300000190734863,&quot;transparency&quot;:0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800000011920929},{&quot;brightness&quot;:0,&quot;colorType&quot;:1,&quot;foreColorIndex&quot;:5,&quot;pos&quot;:0.6499999761581421,&quot;transparency&quot;:0},{&quot;brightness&quot;:0,&quot;colorType&quot;:1,&quot;foreColorIndex&quot;:5,&quot;pos&quot;:0.3199999928474426,&quot;transparency&quot;:0.800000011920929}],&quot;type&quot;:2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447_3*l_h_i*1_4_2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UNIT_FILL_FORE_SCHEMECOLOR_INDEX" val="14"/>
  <p:tag name="KSO_WM_UNIT_LINE_FORE_SCHEMECOLOR_INDEX" val="5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gradient&quot;:[{&quot;brightness&quot;:0,&quot;colorType&quot;:1,&quot;foreColorIndex&quot;:14,&quot;pos&quot;:0,&quot;transparency&quot;:0},{&quot;brightness&quot;:0.4000000059604645,&quot;colorType&quot;:1,&quot;foreColorIndex&quot;:5,&quot;pos&quot;:1,&quot;transparency&quot;:0}],&quot;type&quot;:3},&quot;glow&quot;:{&quot;colorType&quot;:0},&quot;line&quot;:{&quot;solidLine&quot;:{&quot;brightness&quot;:0.4000000059604645,&quot;colorType&quot;:1,&quot;foreColorIndex&quot;:5,&quot;transparency&quot;:0},&quot;type&quot;:1},&quot;shadow&quot;:{&quot;brightness&quot;:0,&quot;colorType&quot;:1,&quot;foreColorIndex&quot;:5,&quot;transparency&quot;:0.720000028610229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447_3*l_h_f*1_4_1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项正文，请阐述观点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6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447_3*l_h_i*1_3_1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gradient&quot;:[{&quot;brightness&quot;:0.800000011920929,&quot;colorType&quot;:1,&quot;foreColorIndex&quot;:5,&quot;pos&quot;:0.75,&quot;transparency&quot;:0},{&quot;brightness&quot;:0,&quot;colorType&quot;:1,&quot;foreColorIndex&quot;:14,&quot;pos&quot;:0.47999998927116394,&quot;transparency&quot;:0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800000011920929},{&quot;brightness&quot;:0,&quot;colorType&quot;:1,&quot;foreColorIndex&quot;:5,&quot;pos&quot;:0.6499999761581421,&quot;transparency&quot;:0},{&quot;brightness&quot;:0,&quot;colorType&quot;:1,&quot;foreColorIndex&quot;:5,&quot;pos&quot;:0.3199999928474426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46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447_3*l_h_i*1_3_2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gradient&quot;:[{&quot;brightness&quot;:-0.25,&quot;colorType&quot;:1,&quot;foreColorIndex&quot;:5,&quot;pos&quot;:0.8199999928474426,&quot;transparency&quot;:0},{&quot;brightness&quot;:0.4000000059604645,&quot;colorType&quot;:1,&quot;foreColorIndex&quot;:5,&quot;pos&quot;:0,&quot;transparency&quot;:0},{&quot;brightness&quot;:0,&quot;colorType&quot;:1,&quot;foreColorIndex&quot;:5,&quot;pos&quot;:0.33000001311302185,&quot;transparency&quot;:0}],&quot;type&quot;:3},&quot;glow&quot;:{&quot;colorType&quot;:0},&quot;line&quot;:{&quot;type&quot;:0},&quot;shadow&quot;:{&quot;brightness&quot;:0,&quot;colorType&quot;:1,&quot;foreColorIndex&quot;:5,&quot;transparency&quot;:0.720000028610229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6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447_3*l_h_f*1_3_1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项正文，请阐述观点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7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447_3*l_h_i*1_2_1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gradient&quot;:[{&quot;brightness&quot;:0.6000000238418579,&quot;colorType&quot;:1,&quot;foreColorIndex&quot;:5,&quot;pos&quot;:0.19580000638961792,&quot;transparency&quot;:0},{&quot;brightness&quot;:-0.25,&quot;colorType&quot;:1,&quot;foreColorIndex&quot;:5,&quot;pos&quot;:0.9399999976158142,&quot;transparency&quot;:0},{&quot;brightness&quot;:0,&quot;colorType&quot;:1,&quot;foreColorIndex&quot;:5,&quot;pos&quot;:0.7300000190734863,&quot;transparency&quot;:0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800000011920929},{&quot;brightness&quot;:0,&quot;colorType&quot;:1,&quot;foreColorIndex&quot;:5,&quot;pos&quot;:0.6499999761581421,&quot;transparency&quot;:0},{&quot;brightness&quot;:0,&quot;colorType&quot;:1,&quot;foreColorIndex&quot;:5,&quot;pos&quot;:0.3199999928474426,&quot;transparency&quot;:0.800000011920929}],&quot;type&quot;:2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7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447_3*l_h_i*1_2_2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UNIT_FILL_FORE_SCHEMECOLOR_INDEX" val="14"/>
  <p:tag name="KSO_WM_UNIT_LINE_FORE_SCHEMECOLOR_INDEX" val="5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gradient&quot;:[{&quot;brightness&quot;:0,&quot;colorType&quot;:1,&quot;foreColorIndex&quot;:14,&quot;pos&quot;:0,&quot;transparency&quot;:0},{&quot;brightness&quot;:0.4000000059604645,&quot;colorType&quot;:1,&quot;foreColorIndex&quot;:5,&quot;pos&quot;:1,&quot;transparency&quot;:0}],&quot;type&quot;:3},&quot;glow&quot;:{&quot;colorType&quot;:0},&quot;line&quot;:{&quot;solidLine&quot;:{&quot;brightness&quot;:0.4000000059604645,&quot;colorType&quot;:1,&quot;foreColorIndex&quot;:5,&quot;transparency&quot;:0},&quot;type&quot;:1},&quot;shadow&quot;:{&quot;brightness&quot;:0,&quot;colorType&quot;:1,&quot;foreColorIndex&quot;:5,&quot;transparency&quot;:0.720000028610229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7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447_3*l_h_f*1_2_1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项正文，请阐述观点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7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447_3*l_h_i*1_1_1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gradient&quot;:[{&quot;brightness&quot;:0.800000011920929,&quot;colorType&quot;:1,&quot;foreColorIndex&quot;:5,&quot;pos&quot;:0.75,&quot;transparency&quot;:0},{&quot;brightness&quot;:0,&quot;colorType&quot;:1,&quot;foreColorIndex&quot;:14,&quot;pos&quot;:0.47999998927116394,&quot;transparency&quot;:0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0.800000011920929},{&quot;brightness&quot;:0,&quot;colorType&quot;:1,&quot;foreColorIndex&quot;:5,&quot;pos&quot;:0.6499999761581421,&quot;transparency&quot;:0},{&quot;brightness&quot;:0,&quot;colorType&quot;:1,&quot;foreColorIndex&quot;:5,&quot;pos&quot;:0.3199999928474426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47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447_3*l_h_i*1_1_2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gradient&quot;:[{&quot;brightness&quot;:-0.25,&quot;colorType&quot;:1,&quot;foreColorIndex&quot;:5,&quot;pos&quot;:0.8199999928474426,&quot;transparency&quot;:0},{&quot;brightness&quot;:0.4000000059604645,&quot;colorType&quot;:1,&quot;foreColorIndex&quot;:5,&quot;pos&quot;:0,&quot;transparency&quot;:0},{&quot;brightness&quot;:0,&quot;colorType&quot;:1,&quot;foreColorIndex&quot;:5,&quot;pos&quot;:0.33000001311302185,&quot;transparency&quot;:0}],&quot;type&quot;:3},&quot;glow&quot;:{&quot;colorType&quot;:0},&quot;line&quot;:{&quot;type&quot;:0},&quot;shadow&quot;:{&quot;brightness&quot;:0,&quot;colorType&quot;:1,&quot;foreColorIndex&quot;:5,&quot;transparency&quot;:0.720000028610229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447_3*l_h_f*1_1_1"/>
  <p:tag name="KSO_WM_TEMPLATE_CATEGORY" val="diagram"/>
  <p:tag name="KSO_WM_TEMPLATE_INDEX" val="20231447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项正文，请阐述观点"/>
  <p:tag name="KSO_WM_DIAGRAM_MAX_ITEMCNT" val="6"/>
  <p:tag name="KSO_WM_DIAGRAM_MIN_ITEMCNT" val="2"/>
  <p:tag name="KSO_WM_DIAGRAM_VIRTUALLY_FRAME" val="{&quot;height&quot;:185.1428346456693,&quot;width&quot;:862.925669291338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1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1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EXT_CAN_REMOVE" val="n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2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2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3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3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1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EXT_CAN_REMOVE" val="n"/>
  <p:tag name="KSO_WM_BEAUTIFY_FLAG" val="#wm#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2,&quot;rgb&quot;:&quot;#f2f2f2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i*1_4_2"/>
  <p:tag name="KSO_WM_TEMPLATE_CATEGORY" val="diagram"/>
  <p:tag name="KSO_WM_TEMPLATE_INDEX" val="20231351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EXT_CAN_REMOVE" val="n"/>
  <p:tag name="KSO_WM_BEAUTIFY_FLAG" val="#wm#"/>
  <p:tag name="KSO_WM_UNIT_FILL_FORE_SCHEMECOLOR_INDEX" val="5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351_3*l_h_f*1_4_1"/>
  <p:tag name="KSO_WM_TEMPLATE_CATEGORY" val="diagram"/>
  <p:tag name="KSO_WM_TEMPLATE_INDEX" val="2023135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4_1"/>
  <p:tag name="KSO_WM_DIAGRAM_VERSION" val="3"/>
  <p:tag name="KSO_WM_DIAGRAM_COLOR_TEXT_CAN_REMOVE" val="n"/>
  <p:tag name="KSO_WM_UNIT_VALUE" val="36"/>
  <p:tag name="KSO_WM_BEAUTIFY_FLAG" val="#wm#"/>
  <p:tag name="KSO_WM_UNIT_PRESET_TEXT" val="单击此处输入你的正文，文字是您思想的提炼。"/>
  <p:tag name="KSO_WM_DIAGRAM_MAX_ITEMCNT" val="6"/>
  <p:tag name="KSO_WM_DIAGRAM_MIN_ITEMCNT" val="2"/>
  <p:tag name="KSO_WM_DIAGRAM_VIRTUALLY_FRAME" val="{&quot;height&quot;:370.1846456692914,&quot;width&quot;:805.55377952755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488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69_9*f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" val="汇报人：WPS"/>
</p:tagLst>
</file>

<file path=ppt/tags/tag4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69_9*a*1"/>
  <p:tag name="KSO_WM_TEMPLATE_CATEGORY" val="custom"/>
  <p:tag name="KSO_WM_TEMPLATE_INDEX" val="20230269"/>
  <p:tag name="KSO_WM_UNIT_LAYERLEVEL" val="1"/>
  <p:tag name="KSO_WM_TAG_VERSION" val="1.0"/>
  <p:tag name="KSO_WM_BEAUTIFY_FLAG" val="#wm#"/>
  <p:tag name="KSO_WM_UNIT_CONTENT_GROUP_TYPE" val="contentchip"/>
  <p:tag name="KSO_WM_UNIT_PRESET_TEXT" val="THANK YOU"/>
</p:tagLst>
</file>

<file path=ppt/tags/tag490.xml><?xml version="1.0" encoding="utf-8"?>
<p:tagLst xmlns:p="http://schemas.openxmlformats.org/presentationml/2006/main">
  <p:tag name="KSO_WM_SLIDE_ID" val="custom2023026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30269"/>
  <p:tag name="KSO_WM_SLIDE_TYPE" val="endPage"/>
  <p:tag name="KSO_WM_SLIDE_SUBTYPE" val="pureTxt"/>
  <p:tag name="KSO_WM_SLIDE_LAYOUT" val="a_f"/>
  <p:tag name="KSO_WM_SLIDE_LAYOUT_CNT" val="1_1"/>
  <p:tag name="KSO_WM_SPECIAL_SOURCE" val="bdnull"/>
  <p:tag name="KSO_WM_SLIDE_CONTENT_AREA" val="{&quot;left&quot;:&quot;194.75&quot;,&quot;top&quot;:&quot;89.2&quot;,&quot;width&quot;:&quot;570.55&quot;,&quot;height&quot;:&quot;279.45&quot;}"/>
</p:tagLst>
</file>

<file path=ppt/tags/tag491.xml><?xml version="1.0" encoding="utf-8"?>
<p:tagLst xmlns:p="http://schemas.openxmlformats.org/presentationml/2006/main">
  <p:tag name="commondata" val="eyJoZGlkIjoiZTY4MGY4MTk0ZjNkZTBiMmJjMGZhNzFkNzdhZThiYjg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109">
      <a:dk1>
        <a:srgbClr val="000000"/>
      </a:dk1>
      <a:lt1>
        <a:srgbClr val="FFFFFF"/>
      </a:lt1>
      <a:dk2>
        <a:srgbClr val="001A54"/>
      </a:dk2>
      <a:lt2>
        <a:srgbClr val="E8E3EF"/>
      </a:lt2>
      <a:accent1>
        <a:srgbClr val="0149EB"/>
      </a:accent1>
      <a:accent2>
        <a:srgbClr val="F43AA9"/>
      </a:accent2>
      <a:accent3>
        <a:srgbClr val="5364E3"/>
      </a:accent3>
      <a:accent4>
        <a:srgbClr val="6243D1"/>
      </a:accent4>
      <a:accent5>
        <a:srgbClr val="9340C3"/>
      </a:accent5>
      <a:accent6>
        <a:srgbClr val="C33DB6"/>
      </a:accent6>
      <a:hlink>
        <a:srgbClr val="0563C1"/>
      </a:hlink>
      <a:folHlink>
        <a:srgbClr val="954F72"/>
      </a:folHlink>
    </a:clrScheme>
    <a:fontScheme name="自定义 6">
      <a:majorFont>
        <a:latin typeface="MiSans Heavy"/>
        <a:ea typeface="MiSans Heavy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2399</Words>
  <Application>WPS 演示</Application>
  <PresentationFormat>宽屏</PresentationFormat>
  <Paragraphs>306</Paragraphs>
  <Slides>31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MiSans</vt:lpstr>
      <vt:lpstr>MiSans Heavy</vt:lpstr>
      <vt:lpstr>Arial</vt:lpstr>
      <vt:lpstr>WPS</vt:lpstr>
      <vt:lpstr>Office 主题</vt:lpstr>
      <vt:lpstr>无人机飞行规则与安全操控技巧培训</vt:lpstr>
      <vt:lpstr>目录</vt:lpstr>
      <vt:lpstr>无人机飞行规则</vt:lpstr>
      <vt:lpstr>了解飞行规则</vt:lpstr>
      <vt:lpstr>遵守飞行法规</vt:lpstr>
      <vt:lpstr>飞行高度和速度限制</vt:lpstr>
      <vt:lpstr>飞行距离限制</vt:lpstr>
      <vt:lpstr>无人机安全操控技巧</vt:lpstr>
      <vt:lpstr>安全起飞和降落</vt:lpstr>
      <vt:lpstr>安全飞行轨迹规划</vt:lpstr>
      <vt:lpstr>避免飞行冲突</vt:lpstr>
      <vt:lpstr>紧急情况处理</vt:lpstr>
      <vt:lpstr>无人机操控技术基础</vt:lpstr>
      <vt:lpstr>遥控器操作基础</vt:lpstr>
      <vt:lpstr>飞行模式介绍</vt:lpstr>
      <vt:lpstr>飞行技巧分享</vt:lpstr>
      <vt:lpstr>常见飞行问题解析</vt:lpstr>
      <vt:lpstr>无人机应用场景及案例分析</vt:lpstr>
      <vt:lpstr>无人机在航拍领域的应用</vt:lpstr>
      <vt:lpstr>无人机在农业领域的应用</vt:lpstr>
      <vt:lpstr>无人机在救援领域的应用</vt:lpstr>
      <vt:lpstr>无人机在环保领域的应用</vt:lpstr>
      <vt:lpstr>无人机未来发展趋势和展望</vt:lpstr>
      <vt:lpstr>无人机技术发展现状与趋势</vt:lpstr>
      <vt:lpstr>无人机在各领域的发展前景</vt:lpstr>
      <vt:lpstr>无人机对未来社会的影响和贡献</vt:lpstr>
      <vt:lpstr>总结与回顾</vt:lpstr>
      <vt:lpstr>回顾学习内容</vt:lpstr>
      <vt:lpstr>巩固所学知识</vt:lpstr>
      <vt:lpstr>为未来实践做好准备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zyk</cp:lastModifiedBy>
  <cp:revision>155</cp:revision>
  <dcterms:created xsi:type="dcterms:W3CDTF">2019-06-19T02:08:00Z</dcterms:created>
  <dcterms:modified xsi:type="dcterms:W3CDTF">2023-12-10T06:00:10Z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BD3EF48C24454DB99B1FB2EF2405096A_11</vt:lpwstr>
  </property>
</Properties>
</file>